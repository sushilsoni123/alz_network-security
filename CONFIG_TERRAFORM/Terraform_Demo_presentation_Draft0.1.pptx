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52" r:id="rId2"/>
    <p:sldMasterId id="2147483836" r:id="rId3"/>
  </p:sldMasterIdLst>
  <p:notesMasterIdLst>
    <p:notesMasterId r:id="rId10"/>
  </p:notesMasterIdLst>
  <p:sldIdLst>
    <p:sldId id="2147470630" r:id="rId4"/>
    <p:sldId id="2147375129" r:id="rId5"/>
    <p:sldId id="2147470629" r:id="rId6"/>
    <p:sldId id="2147470626" r:id="rId7"/>
    <p:sldId id="2147470631" r:id="rId8"/>
    <p:sldId id="21474706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E7EC"/>
    <a:srgbClr val="CBDCE7"/>
    <a:srgbClr val="D6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CFBC6-4BA1-4F39-BF01-2C8CBF54D864}" v="53" dt="2026-02-26T14:58:46.45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3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il Soni, Vodafone" userId="42f61249-e00d-4778-bd06-353e57e7c4e6" providerId="ADAL" clId="{EA7ACA62-6246-40AD-896F-A77B8CEAA7F1}"/>
    <pc:docChg chg="undo custSel addSld delSld modSld sldOrd">
      <pc:chgData name="Sushil Soni, Vodafone" userId="42f61249-e00d-4778-bd06-353e57e7c4e6" providerId="ADAL" clId="{EA7ACA62-6246-40AD-896F-A77B8CEAA7F1}" dt="2026-03-02T13:02:23.759" v="3115" actId="1036"/>
      <pc:docMkLst>
        <pc:docMk/>
      </pc:docMkLst>
      <pc:sldChg chg="modSp add mod ord modTransition">
        <pc:chgData name="Sushil Soni, Vodafone" userId="42f61249-e00d-4778-bd06-353e57e7c4e6" providerId="ADAL" clId="{EA7ACA62-6246-40AD-896F-A77B8CEAA7F1}" dt="2026-02-26T13:18:49.302" v="3044" actId="1035"/>
        <pc:sldMkLst>
          <pc:docMk/>
          <pc:sldMk cId="2129696808" sldId="2147375129"/>
        </pc:sldMkLst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3" creationId="{0D93DBF0-B164-F56A-7828-972131196791}"/>
          </ac:spMkLst>
        </pc:spChg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21" creationId="{ADD2E85E-767A-E467-5AF5-40EDBDF9AC12}"/>
          </ac:spMkLst>
        </pc:spChg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22" creationId="{4A415BE3-E5B3-487B-2ABD-7341F59B5231}"/>
          </ac:spMkLst>
        </pc:spChg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32" creationId="{1C7521D4-1D27-3EDF-AADD-8DFA1958F7DD}"/>
          </ac:spMkLst>
        </pc:spChg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34" creationId="{FDE6158D-99DB-63F1-8853-E1324911C9D4}"/>
          </ac:spMkLst>
        </pc:spChg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41" creationId="{C3AAE0E8-4A9C-902B-9CE7-D092465ACECC}"/>
          </ac:spMkLst>
        </pc:spChg>
        <pc:spChg chg="mod or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44" creationId="{0261EAEB-C81A-A42E-593C-EBCB2367AD85}"/>
          </ac:spMkLst>
        </pc:spChg>
        <pc:spChg chg="mod">
          <ac:chgData name="Sushil Soni, Vodafone" userId="42f61249-e00d-4778-bd06-353e57e7c4e6" providerId="ADAL" clId="{EA7ACA62-6246-40AD-896F-A77B8CEAA7F1}" dt="2026-02-26T13:18:49.302" v="3044" actId="1035"/>
          <ac:spMkLst>
            <pc:docMk/>
            <pc:sldMk cId="2129696808" sldId="2147375129"/>
            <ac:spMk id="45" creationId="{FCE7E6DE-38A2-BD46-48A8-1EA82BAC20E5}"/>
          </ac:spMkLst>
        </pc:spChg>
        <pc:spChg chg="mod">
          <ac:chgData name="Sushil Soni, Vodafone" userId="42f61249-e00d-4778-bd06-353e57e7c4e6" providerId="ADAL" clId="{EA7ACA62-6246-40AD-896F-A77B8CEAA7F1}" dt="2026-02-26T13:18:36.455" v="3036" actId="1035"/>
          <ac:spMkLst>
            <pc:docMk/>
            <pc:sldMk cId="2129696808" sldId="2147375129"/>
            <ac:spMk id="47" creationId="{FCCFEEEA-839C-AB8F-3286-5B701F1B3015}"/>
          </ac:spMkLst>
        </pc:spChg>
        <pc:spChg chg="mod">
          <ac:chgData name="Sushil Soni, Vodafone" userId="42f61249-e00d-4778-bd06-353e57e7c4e6" providerId="ADAL" clId="{EA7ACA62-6246-40AD-896F-A77B8CEAA7F1}" dt="2026-02-26T13:18:36.455" v="3036" actId="1035"/>
          <ac:spMkLst>
            <pc:docMk/>
            <pc:sldMk cId="2129696808" sldId="2147375129"/>
            <ac:spMk id="48" creationId="{5B64B5D5-352A-7792-C681-223F055B6771}"/>
          </ac:spMkLst>
        </pc:spChg>
        <pc:spChg chg="mod">
          <ac:chgData name="Sushil Soni, Vodafone" userId="42f61249-e00d-4778-bd06-353e57e7c4e6" providerId="ADAL" clId="{EA7ACA62-6246-40AD-896F-A77B8CEAA7F1}" dt="2026-02-26T13:18:36.455" v="3036" actId="1035"/>
          <ac:spMkLst>
            <pc:docMk/>
            <pc:sldMk cId="2129696808" sldId="2147375129"/>
            <ac:spMk id="53" creationId="{A8E66689-D857-E283-C306-EEB31C714430}"/>
          </ac:spMkLst>
        </pc:spChg>
        <pc:spChg chg="mod">
          <ac:chgData name="Sushil Soni, Vodafone" userId="42f61249-e00d-4778-bd06-353e57e7c4e6" providerId="ADAL" clId="{EA7ACA62-6246-40AD-896F-A77B8CEAA7F1}" dt="2026-02-26T13:18:24.607" v="3024" actId="1037"/>
          <ac:spMkLst>
            <pc:docMk/>
            <pc:sldMk cId="2129696808" sldId="2147375129"/>
            <ac:spMk id="57" creationId="{40C832D6-A556-151D-5FFE-2FA54EC048C0}"/>
          </ac:spMkLst>
        </pc:spChg>
        <pc:spChg chg="mod">
          <ac:chgData name="Sushil Soni, Vodafone" userId="42f61249-e00d-4778-bd06-353e57e7c4e6" providerId="ADAL" clId="{EA7ACA62-6246-40AD-896F-A77B8CEAA7F1}" dt="2026-02-26T13:18:16.826" v="3016" actId="1076"/>
          <ac:spMkLst>
            <pc:docMk/>
            <pc:sldMk cId="2129696808" sldId="2147375129"/>
            <ac:spMk id="63" creationId="{16F8E527-D9DA-2629-C9F0-78B4D1C5F11E}"/>
          </ac:spMkLst>
        </pc:spChg>
        <pc:spChg chg="mod">
          <ac:chgData name="Sushil Soni, Vodafone" userId="42f61249-e00d-4778-bd06-353e57e7c4e6" providerId="ADAL" clId="{EA7ACA62-6246-40AD-896F-A77B8CEAA7F1}" dt="2026-02-26T13:18:16.826" v="3016" actId="1076"/>
          <ac:spMkLst>
            <pc:docMk/>
            <pc:sldMk cId="2129696808" sldId="2147375129"/>
            <ac:spMk id="65" creationId="{8D3AE9CB-80C5-8620-BDC4-C4E47A240943}"/>
          </ac:spMkLst>
        </pc:spChg>
        <pc:spChg chg="mod">
          <ac:chgData name="Sushil Soni, Vodafone" userId="42f61249-e00d-4778-bd06-353e57e7c4e6" providerId="ADAL" clId="{EA7ACA62-6246-40AD-896F-A77B8CEAA7F1}" dt="2026-02-26T13:18:16.826" v="3016" actId="1076"/>
          <ac:spMkLst>
            <pc:docMk/>
            <pc:sldMk cId="2129696808" sldId="2147375129"/>
            <ac:spMk id="67" creationId="{A1165CCC-6127-7E00-28E0-53F2C9B6331E}"/>
          </ac:spMkLst>
        </pc:spChg>
        <pc:spChg chg="mod">
          <ac:chgData name="Sushil Soni, Vodafone" userId="42f61249-e00d-4778-bd06-353e57e7c4e6" providerId="ADAL" clId="{EA7ACA62-6246-40AD-896F-A77B8CEAA7F1}" dt="2026-02-26T13:18:16.826" v="3016" actId="1076"/>
          <ac:spMkLst>
            <pc:docMk/>
            <pc:sldMk cId="2129696808" sldId="2147375129"/>
            <ac:spMk id="68" creationId="{29DBC2D7-B9D0-7449-A308-DC3F21E56C96}"/>
          </ac:spMkLst>
        </pc:spChg>
        <pc:spChg chg="mod">
          <ac:chgData name="Sushil Soni, Vodafone" userId="42f61249-e00d-4778-bd06-353e57e7c4e6" providerId="ADAL" clId="{EA7ACA62-6246-40AD-896F-A77B8CEAA7F1}" dt="2026-02-26T13:18:36.455" v="3036" actId="1035"/>
          <ac:spMkLst>
            <pc:docMk/>
            <pc:sldMk cId="2129696808" sldId="2147375129"/>
            <ac:spMk id="72" creationId="{8124772D-680A-DF78-6685-829FD1B286EA}"/>
          </ac:spMkLst>
        </pc:spChg>
        <pc:spChg chg="mod">
          <ac:chgData name="Sushil Soni, Vodafone" userId="42f61249-e00d-4778-bd06-353e57e7c4e6" providerId="ADAL" clId="{EA7ACA62-6246-40AD-896F-A77B8CEAA7F1}" dt="2026-02-26T13:18:04.373" v="3015" actId="1076"/>
          <ac:spMkLst>
            <pc:docMk/>
            <pc:sldMk cId="2129696808" sldId="2147375129"/>
            <ac:spMk id="74" creationId="{9677193B-D9AC-DACD-9F3E-FF868C34145B}"/>
          </ac:spMkLst>
        </pc:spChg>
        <pc:picChg chg="mod">
          <ac:chgData name="Sushil Soni, Vodafone" userId="42f61249-e00d-4778-bd06-353e57e7c4e6" providerId="ADAL" clId="{EA7ACA62-6246-40AD-896F-A77B8CEAA7F1}" dt="2026-02-26T13:18:49.302" v="3044" actId="1035"/>
          <ac:picMkLst>
            <pc:docMk/>
            <pc:sldMk cId="2129696808" sldId="2147375129"/>
            <ac:picMk id="5" creationId="{3791A827-2765-2F43-53CF-1FA46AA85B7F}"/>
          </ac:picMkLst>
        </pc:picChg>
        <pc:picChg chg="mod">
          <ac:chgData name="Sushil Soni, Vodafone" userId="42f61249-e00d-4778-bd06-353e57e7c4e6" providerId="ADAL" clId="{EA7ACA62-6246-40AD-896F-A77B8CEAA7F1}" dt="2026-02-26T13:18:49.302" v="3044" actId="1035"/>
          <ac:picMkLst>
            <pc:docMk/>
            <pc:sldMk cId="2129696808" sldId="2147375129"/>
            <ac:picMk id="43" creationId="{814B40A2-C139-5806-E653-69D2D5187EDC}"/>
          </ac:picMkLst>
        </pc:picChg>
        <pc:cxnChg chg="mod">
          <ac:chgData name="Sushil Soni, Vodafone" userId="42f61249-e00d-4778-bd06-353e57e7c4e6" providerId="ADAL" clId="{EA7ACA62-6246-40AD-896F-A77B8CEAA7F1}" dt="2026-02-26T13:18:36.455" v="3036" actId="1035"/>
          <ac:cxnSpMkLst>
            <pc:docMk/>
            <pc:sldMk cId="2129696808" sldId="2147375129"/>
            <ac:cxnSpMk id="52" creationId="{9CEB3322-552D-4897-9D07-4EC5E1E024F3}"/>
          </ac:cxnSpMkLst>
        </pc:cxnChg>
        <pc:cxnChg chg="mod">
          <ac:chgData name="Sushil Soni, Vodafone" userId="42f61249-e00d-4778-bd06-353e57e7c4e6" providerId="ADAL" clId="{EA7ACA62-6246-40AD-896F-A77B8CEAA7F1}" dt="2026-02-26T13:18:16.826" v="3016" actId="1076"/>
          <ac:cxnSpMkLst>
            <pc:docMk/>
            <pc:sldMk cId="2129696808" sldId="2147375129"/>
            <ac:cxnSpMk id="66" creationId="{57609DCE-2AF8-705D-8054-28C16DFAD24D}"/>
          </ac:cxnSpMkLst>
        </pc:cxnChg>
      </pc:sldChg>
      <pc:sldChg chg="addSp delSp modSp mod">
        <pc:chgData name="Sushil Soni, Vodafone" userId="42f61249-e00d-4778-bd06-353e57e7c4e6" providerId="ADAL" clId="{EA7ACA62-6246-40AD-896F-A77B8CEAA7F1}" dt="2026-02-26T14:59:32.449" v="3108" actId="1076"/>
        <pc:sldMkLst>
          <pc:docMk/>
          <pc:sldMk cId="3065513456" sldId="2147470626"/>
        </pc:sldMkLst>
        <pc:spChg chg="mod">
          <ac:chgData name="Sushil Soni, Vodafone" userId="42f61249-e00d-4778-bd06-353e57e7c4e6" providerId="ADAL" clId="{EA7ACA62-6246-40AD-896F-A77B8CEAA7F1}" dt="2026-02-26T04:27:21.923" v="1079" actId="14100"/>
          <ac:spMkLst>
            <pc:docMk/>
            <pc:sldMk cId="3065513456" sldId="2147470626"/>
            <ac:spMk id="3" creationId="{6F669FD3-A488-A2AA-27BA-964AFA3ACE8E}"/>
          </ac:spMkLst>
        </pc:spChg>
        <pc:spChg chg="add del mod">
          <ac:chgData name="Sushil Soni, Vodafone" userId="42f61249-e00d-4778-bd06-353e57e7c4e6" providerId="ADAL" clId="{EA7ACA62-6246-40AD-896F-A77B8CEAA7F1}" dt="2026-02-26T05:00:47.123" v="1385" actId="1038"/>
          <ac:spMkLst>
            <pc:docMk/>
            <pc:sldMk cId="3065513456" sldId="2147470626"/>
            <ac:spMk id="8" creationId="{62DD295E-4F3D-2C9D-88DB-65E394CF3E6B}"/>
          </ac:spMkLst>
        </pc:spChg>
        <pc:spChg chg="mod">
          <ac:chgData name="Sushil Soni, Vodafone" userId="42f61249-e00d-4778-bd06-353e57e7c4e6" providerId="ADAL" clId="{EA7ACA62-6246-40AD-896F-A77B8CEAA7F1}" dt="2026-02-25T13:17:16.503" v="962" actId="14100"/>
          <ac:spMkLst>
            <pc:docMk/>
            <pc:sldMk cId="3065513456" sldId="2147470626"/>
            <ac:spMk id="15" creationId="{2FB511DE-8227-22BF-EA07-AE182DAE6567}"/>
          </ac:spMkLst>
        </pc:spChg>
        <pc:spChg chg="mod">
          <ac:chgData name="Sushil Soni, Vodafone" userId="42f61249-e00d-4778-bd06-353e57e7c4e6" providerId="ADAL" clId="{EA7ACA62-6246-40AD-896F-A77B8CEAA7F1}" dt="2026-02-26T04:27:07.575" v="1076" actId="14100"/>
          <ac:spMkLst>
            <pc:docMk/>
            <pc:sldMk cId="3065513456" sldId="2147470626"/>
            <ac:spMk id="16" creationId="{51FC4B0C-E13C-1E18-60EB-3A009BF72227}"/>
          </ac:spMkLst>
        </pc:spChg>
        <pc:spChg chg="mod">
          <ac:chgData name="Sushil Soni, Vodafone" userId="42f61249-e00d-4778-bd06-353e57e7c4e6" providerId="ADAL" clId="{EA7ACA62-6246-40AD-896F-A77B8CEAA7F1}" dt="2026-02-26T04:37:13.888" v="1170" actId="1035"/>
          <ac:spMkLst>
            <pc:docMk/>
            <pc:sldMk cId="3065513456" sldId="2147470626"/>
            <ac:spMk id="17" creationId="{17FFFEA2-4037-B237-FE69-ABB1C43BADFA}"/>
          </ac:spMkLst>
        </pc:spChg>
        <pc:spChg chg="add mod">
          <ac:chgData name="Sushil Soni, Vodafone" userId="42f61249-e00d-4778-bd06-353e57e7c4e6" providerId="ADAL" clId="{EA7ACA62-6246-40AD-896F-A77B8CEAA7F1}" dt="2026-02-26T14:54:29.748" v="3050" actId="255"/>
          <ac:spMkLst>
            <pc:docMk/>
            <pc:sldMk cId="3065513456" sldId="2147470626"/>
            <ac:spMk id="21" creationId="{56906371-0E19-B6BB-71B5-BBF193923358}"/>
          </ac:spMkLst>
        </pc:spChg>
        <pc:spChg chg="mod">
          <ac:chgData name="Sushil Soni, Vodafone" userId="42f61249-e00d-4778-bd06-353e57e7c4e6" providerId="ADAL" clId="{EA7ACA62-6246-40AD-896F-A77B8CEAA7F1}" dt="2026-02-26T04:33:34.013" v="1123" actId="14100"/>
          <ac:spMkLst>
            <pc:docMk/>
            <pc:sldMk cId="3065513456" sldId="2147470626"/>
            <ac:spMk id="29" creationId="{9F6CDF7B-8D9A-1943-A608-E8D75CECC96F}"/>
          </ac:spMkLst>
        </pc:spChg>
        <pc:spChg chg="add mod">
          <ac:chgData name="Sushil Soni, Vodafone" userId="42f61249-e00d-4778-bd06-353e57e7c4e6" providerId="ADAL" clId="{EA7ACA62-6246-40AD-896F-A77B8CEAA7F1}" dt="2026-02-26T14:54:36.169" v="3051" actId="255"/>
          <ac:spMkLst>
            <pc:docMk/>
            <pc:sldMk cId="3065513456" sldId="2147470626"/>
            <ac:spMk id="30" creationId="{BF10E14C-1E04-99EA-E55D-4E707F4BE77A}"/>
          </ac:spMkLst>
        </pc:spChg>
        <pc:spChg chg="mod">
          <ac:chgData name="Sushil Soni, Vodafone" userId="42f61249-e00d-4778-bd06-353e57e7c4e6" providerId="ADAL" clId="{EA7ACA62-6246-40AD-896F-A77B8CEAA7F1}" dt="2026-02-26T04:53:49.239" v="1341" actId="1076"/>
          <ac:spMkLst>
            <pc:docMk/>
            <pc:sldMk cId="3065513456" sldId="2147470626"/>
            <ac:spMk id="33" creationId="{1DF2C8BB-C39D-DA0D-3FD2-E958A7AD2C5B}"/>
          </ac:spMkLst>
        </pc:spChg>
        <pc:spChg chg="add mod">
          <ac:chgData name="Sushil Soni, Vodafone" userId="42f61249-e00d-4778-bd06-353e57e7c4e6" providerId="ADAL" clId="{EA7ACA62-6246-40AD-896F-A77B8CEAA7F1}" dt="2026-02-26T04:27:37.404" v="1083" actId="14100"/>
          <ac:spMkLst>
            <pc:docMk/>
            <pc:sldMk cId="3065513456" sldId="2147470626"/>
            <ac:spMk id="61" creationId="{7C0A6829-AA46-F4D5-4563-1B2BB6419F35}"/>
          </ac:spMkLst>
        </pc:spChg>
        <pc:spChg chg="add">
          <ac:chgData name="Sushil Soni, Vodafone" userId="42f61249-e00d-4778-bd06-353e57e7c4e6" providerId="ADAL" clId="{EA7ACA62-6246-40AD-896F-A77B8CEAA7F1}" dt="2026-02-26T04:29:14.327" v="1094" actId="11529"/>
          <ac:spMkLst>
            <pc:docMk/>
            <pc:sldMk cId="3065513456" sldId="2147470626"/>
            <ac:spMk id="72" creationId="{CDF7AA1B-DCC1-92B7-6C63-F14C9638B0B7}"/>
          </ac:spMkLst>
        </pc:spChg>
        <pc:spChg chg="mod">
          <ac:chgData name="Sushil Soni, Vodafone" userId="42f61249-e00d-4778-bd06-353e57e7c4e6" providerId="ADAL" clId="{EA7ACA62-6246-40AD-896F-A77B8CEAA7F1}" dt="2026-02-26T04:47:44.249" v="1241" actId="14100"/>
          <ac:spMkLst>
            <pc:docMk/>
            <pc:sldMk cId="3065513456" sldId="2147470626"/>
            <ac:spMk id="73" creationId="{4B8C3592-741B-5151-1A30-E03E06D85268}"/>
          </ac:spMkLst>
        </pc:spChg>
        <pc:spChg chg="add mod ord">
          <ac:chgData name="Sushil Soni, Vodafone" userId="42f61249-e00d-4778-bd06-353e57e7c4e6" providerId="ADAL" clId="{EA7ACA62-6246-40AD-896F-A77B8CEAA7F1}" dt="2026-02-26T04:54:36.433" v="1346" actId="14100"/>
          <ac:spMkLst>
            <pc:docMk/>
            <pc:sldMk cId="3065513456" sldId="2147470626"/>
            <ac:spMk id="74" creationId="{5BC30ECB-110D-C979-4668-056E3259EE01}"/>
          </ac:spMkLst>
        </pc:spChg>
        <pc:spChg chg="add mod">
          <ac:chgData name="Sushil Soni, Vodafone" userId="42f61249-e00d-4778-bd06-353e57e7c4e6" providerId="ADAL" clId="{EA7ACA62-6246-40AD-896F-A77B8CEAA7F1}" dt="2026-02-26T04:36:24.243" v="1168" actId="255"/>
          <ac:spMkLst>
            <pc:docMk/>
            <pc:sldMk cId="3065513456" sldId="2147470626"/>
            <ac:spMk id="76" creationId="{47D985FB-1D15-BD71-B4DB-EEEA09520ECB}"/>
          </ac:spMkLst>
        </pc:spChg>
        <pc:spChg chg="add mod ord">
          <ac:chgData name="Sushil Soni, Vodafone" userId="42f61249-e00d-4778-bd06-353e57e7c4e6" providerId="ADAL" clId="{EA7ACA62-6246-40AD-896F-A77B8CEAA7F1}" dt="2026-02-26T14:59:22.815" v="3106" actId="1076"/>
          <ac:spMkLst>
            <pc:docMk/>
            <pc:sldMk cId="3065513456" sldId="2147470626"/>
            <ac:spMk id="78" creationId="{70A61335-8BF6-0905-B97D-A6458E55B482}"/>
          </ac:spMkLst>
        </pc:spChg>
        <pc:spChg chg="add mod">
          <ac:chgData name="Sushil Soni, Vodafone" userId="42f61249-e00d-4778-bd06-353e57e7c4e6" providerId="ADAL" clId="{EA7ACA62-6246-40AD-896F-A77B8CEAA7F1}" dt="2026-02-26T04:53:53.374" v="1342" actId="1076"/>
          <ac:spMkLst>
            <pc:docMk/>
            <pc:sldMk cId="3065513456" sldId="2147470626"/>
            <ac:spMk id="79" creationId="{1FD427C8-3CCC-7460-8598-22A0CA89B1EF}"/>
          </ac:spMkLst>
        </pc:spChg>
        <pc:spChg chg="add mod">
          <ac:chgData name="Sushil Soni, Vodafone" userId="42f61249-e00d-4778-bd06-353e57e7c4e6" providerId="ADAL" clId="{EA7ACA62-6246-40AD-896F-A77B8CEAA7F1}" dt="2026-02-26T04:43:16.297" v="1228" actId="1076"/>
          <ac:spMkLst>
            <pc:docMk/>
            <pc:sldMk cId="3065513456" sldId="2147470626"/>
            <ac:spMk id="83" creationId="{F19E4FCE-5D97-F703-5B28-29BE8E78CA37}"/>
          </ac:spMkLst>
        </pc:spChg>
        <pc:spChg chg="add mod">
          <ac:chgData name="Sushil Soni, Vodafone" userId="42f61249-e00d-4778-bd06-353e57e7c4e6" providerId="ADAL" clId="{EA7ACA62-6246-40AD-896F-A77B8CEAA7F1}" dt="2026-02-26T14:54:07.786" v="3047" actId="1076"/>
          <ac:spMkLst>
            <pc:docMk/>
            <pc:sldMk cId="3065513456" sldId="2147470626"/>
            <ac:spMk id="84" creationId="{DE659119-624B-99AF-6891-26CAB3D1FDA3}"/>
          </ac:spMkLst>
        </pc:spChg>
        <pc:spChg chg="add mod">
          <ac:chgData name="Sushil Soni, Vodafone" userId="42f61249-e00d-4778-bd06-353e57e7c4e6" providerId="ADAL" clId="{EA7ACA62-6246-40AD-896F-A77B8CEAA7F1}" dt="2026-02-26T14:54:13.903" v="3048" actId="255"/>
          <ac:spMkLst>
            <pc:docMk/>
            <pc:sldMk cId="3065513456" sldId="2147470626"/>
            <ac:spMk id="85" creationId="{0C64F9B3-12F7-86DE-4670-A91140ED490A}"/>
          </ac:spMkLst>
        </pc:spChg>
        <pc:spChg chg="add mod">
          <ac:chgData name="Sushil Soni, Vodafone" userId="42f61249-e00d-4778-bd06-353e57e7c4e6" providerId="ADAL" clId="{EA7ACA62-6246-40AD-896F-A77B8CEAA7F1}" dt="2026-02-26T14:54:21.139" v="3049" actId="255"/>
          <ac:spMkLst>
            <pc:docMk/>
            <pc:sldMk cId="3065513456" sldId="2147470626"/>
            <ac:spMk id="86" creationId="{3BAEA9F1-7E25-E11A-3428-CE948890DF58}"/>
          </ac:spMkLst>
        </pc:spChg>
        <pc:spChg chg="add mod">
          <ac:chgData name="Sushil Soni, Vodafone" userId="42f61249-e00d-4778-bd06-353e57e7c4e6" providerId="ADAL" clId="{EA7ACA62-6246-40AD-896F-A77B8CEAA7F1}" dt="2026-02-26T11:30:00.318" v="2917" actId="1076"/>
          <ac:spMkLst>
            <pc:docMk/>
            <pc:sldMk cId="3065513456" sldId="2147470626"/>
            <ac:spMk id="87" creationId="{A2A5FCD2-4345-729F-80AE-941206B9D7FC}"/>
          </ac:spMkLst>
        </pc:spChg>
        <pc:spChg chg="add mod">
          <ac:chgData name="Sushil Soni, Vodafone" userId="42f61249-e00d-4778-bd06-353e57e7c4e6" providerId="ADAL" clId="{EA7ACA62-6246-40AD-896F-A77B8CEAA7F1}" dt="2026-02-26T09:39:55.922" v="2142" actId="255"/>
          <ac:spMkLst>
            <pc:docMk/>
            <pc:sldMk cId="3065513456" sldId="2147470626"/>
            <ac:spMk id="88" creationId="{97167625-F0BB-1EBC-C82F-7508D33B0D68}"/>
          </ac:spMkLst>
        </pc:spChg>
        <pc:spChg chg="mod">
          <ac:chgData name="Sushil Soni, Vodafone" userId="42f61249-e00d-4778-bd06-353e57e7c4e6" providerId="ADAL" clId="{EA7ACA62-6246-40AD-896F-A77B8CEAA7F1}" dt="2026-02-26T11:30:15.202" v="2919" actId="14100"/>
          <ac:spMkLst>
            <pc:docMk/>
            <pc:sldMk cId="3065513456" sldId="2147470626"/>
            <ac:spMk id="92" creationId="{56495703-036A-FF08-F6C0-BED3F5CB5BCF}"/>
          </ac:spMkLst>
        </pc:spChg>
        <pc:spChg chg="add mod">
          <ac:chgData name="Sushil Soni, Vodafone" userId="42f61249-e00d-4778-bd06-353e57e7c4e6" providerId="ADAL" clId="{EA7ACA62-6246-40AD-896F-A77B8CEAA7F1}" dt="2026-02-26T10:07:12.712" v="2212" actId="1076"/>
          <ac:spMkLst>
            <pc:docMk/>
            <pc:sldMk cId="3065513456" sldId="2147470626"/>
            <ac:spMk id="94" creationId="{1DD1902C-B71D-B79D-1EE3-E0109997B05A}"/>
          </ac:spMkLst>
        </pc:spChg>
        <pc:spChg chg="add mod">
          <ac:chgData name="Sushil Soni, Vodafone" userId="42f61249-e00d-4778-bd06-353e57e7c4e6" providerId="ADAL" clId="{EA7ACA62-6246-40AD-896F-A77B8CEAA7F1}" dt="2026-02-26T10:03:04.129" v="2173" actId="20577"/>
          <ac:spMkLst>
            <pc:docMk/>
            <pc:sldMk cId="3065513456" sldId="2147470626"/>
            <ac:spMk id="95" creationId="{6A399B3D-FC98-8E29-918D-EAAB19D20ADA}"/>
          </ac:spMkLst>
        </pc:spChg>
        <pc:spChg chg="add mod">
          <ac:chgData name="Sushil Soni, Vodafone" userId="42f61249-e00d-4778-bd06-353e57e7c4e6" providerId="ADAL" clId="{EA7ACA62-6246-40AD-896F-A77B8CEAA7F1}" dt="2026-02-26T10:02:58.964" v="2167" actId="20577"/>
          <ac:spMkLst>
            <pc:docMk/>
            <pc:sldMk cId="3065513456" sldId="2147470626"/>
            <ac:spMk id="96" creationId="{A7A1510E-DEA8-D076-6523-0AF76347EB36}"/>
          </ac:spMkLst>
        </pc:spChg>
        <pc:spChg chg="add mod">
          <ac:chgData name="Sushil Soni, Vodafone" userId="42f61249-e00d-4778-bd06-353e57e7c4e6" providerId="ADAL" clId="{EA7ACA62-6246-40AD-896F-A77B8CEAA7F1}" dt="2026-02-26T10:02:50.691" v="2160" actId="20577"/>
          <ac:spMkLst>
            <pc:docMk/>
            <pc:sldMk cId="3065513456" sldId="2147470626"/>
            <ac:spMk id="97" creationId="{1793245C-D5E3-8852-7EAE-F7B1367F2B9C}"/>
          </ac:spMkLst>
        </pc:spChg>
        <pc:spChg chg="add mod">
          <ac:chgData name="Sushil Soni, Vodafone" userId="42f61249-e00d-4778-bd06-353e57e7c4e6" providerId="ADAL" clId="{EA7ACA62-6246-40AD-896F-A77B8CEAA7F1}" dt="2026-02-26T11:31:25.007" v="2953" actId="1037"/>
          <ac:spMkLst>
            <pc:docMk/>
            <pc:sldMk cId="3065513456" sldId="2147470626"/>
            <ac:spMk id="102" creationId="{996BC879-E56F-631D-43E9-85A0B640002C}"/>
          </ac:spMkLst>
        </pc:spChg>
        <pc:spChg chg="add mod">
          <ac:chgData name="Sushil Soni, Vodafone" userId="42f61249-e00d-4778-bd06-353e57e7c4e6" providerId="ADAL" clId="{EA7ACA62-6246-40AD-896F-A77B8CEAA7F1}" dt="2026-02-26T14:56:51.942" v="3061"/>
          <ac:spMkLst>
            <pc:docMk/>
            <pc:sldMk cId="3065513456" sldId="2147470626"/>
            <ac:spMk id="103" creationId="{25D24788-ACBC-F322-E4E6-732A25C09E9C}"/>
          </ac:spMkLst>
        </pc:spChg>
        <pc:spChg chg="add mod">
          <ac:chgData name="Sushil Soni, Vodafone" userId="42f61249-e00d-4778-bd06-353e57e7c4e6" providerId="ADAL" clId="{EA7ACA62-6246-40AD-896F-A77B8CEAA7F1}" dt="2026-02-26T14:59:27.395" v="3107" actId="1076"/>
          <ac:spMkLst>
            <pc:docMk/>
            <pc:sldMk cId="3065513456" sldId="2147470626"/>
            <ac:spMk id="107" creationId="{33A264BE-31E0-2ED6-AB19-2587CAAF6EB5}"/>
          </ac:spMkLst>
        </pc:spChg>
        <pc:spChg chg="add mod">
          <ac:chgData name="Sushil Soni, Vodafone" userId="42f61249-e00d-4778-bd06-353e57e7c4e6" providerId="ADAL" clId="{EA7ACA62-6246-40AD-896F-A77B8CEAA7F1}" dt="2026-02-26T14:59:32.449" v="3108" actId="1076"/>
          <ac:spMkLst>
            <pc:docMk/>
            <pc:sldMk cId="3065513456" sldId="2147470626"/>
            <ac:spMk id="109" creationId="{A75A1728-5FB7-1D7C-F8EA-389A3FF84BA4}"/>
          </ac:spMkLst>
        </pc:spChg>
        <pc:spChg chg="mod">
          <ac:chgData name="Sushil Soni, Vodafone" userId="42f61249-e00d-4778-bd06-353e57e7c4e6" providerId="ADAL" clId="{EA7ACA62-6246-40AD-896F-A77B8CEAA7F1}" dt="2026-02-26T10:01:50.548" v="2145" actId="14100"/>
          <ac:spMkLst>
            <pc:docMk/>
            <pc:sldMk cId="3065513456" sldId="2147470626"/>
            <ac:spMk id="121" creationId="{2093B2C7-ABF2-D867-5E8F-0782A306C5E2}"/>
          </ac:spMkLst>
        </pc:spChg>
        <pc:spChg chg="mod">
          <ac:chgData name="Sushil Soni, Vodafone" userId="42f61249-e00d-4778-bd06-353e57e7c4e6" providerId="ADAL" clId="{EA7ACA62-6246-40AD-896F-A77B8CEAA7F1}" dt="2026-02-26T04:35:47.149" v="1160" actId="255"/>
          <ac:spMkLst>
            <pc:docMk/>
            <pc:sldMk cId="3065513456" sldId="2147470626"/>
            <ac:spMk id="122" creationId="{D1011837-5D1D-4AD1-F5F5-7AAB450D2554}"/>
          </ac:spMkLst>
        </pc:spChg>
        <pc:grpChg chg="mod">
          <ac:chgData name="Sushil Soni, Vodafone" userId="42f61249-e00d-4778-bd06-353e57e7c4e6" providerId="ADAL" clId="{EA7ACA62-6246-40AD-896F-A77B8CEAA7F1}" dt="2026-02-26T08:28:45.239" v="2126" actId="14100"/>
          <ac:grpSpMkLst>
            <pc:docMk/>
            <pc:sldMk cId="3065513456" sldId="2147470626"/>
            <ac:grpSpMk id="44" creationId="{14F63F63-AE77-CB78-82BC-9649FA32EA75}"/>
          </ac:grpSpMkLst>
        </pc:grpChg>
        <pc:picChg chg="add mod">
          <ac:chgData name="Sushil Soni, Vodafone" userId="42f61249-e00d-4778-bd06-353e57e7c4e6" providerId="ADAL" clId="{EA7ACA62-6246-40AD-896F-A77B8CEAA7F1}" dt="2026-02-26T14:57:50.496" v="3065" actId="1076"/>
          <ac:picMkLst>
            <pc:docMk/>
            <pc:sldMk cId="3065513456" sldId="2147470626"/>
            <ac:picMk id="104" creationId="{C50849AD-53DC-7AF5-F249-CE68B6EC3F90}"/>
          </ac:picMkLst>
        </pc:picChg>
        <pc:picChg chg="add mod">
          <ac:chgData name="Sushil Soni, Vodafone" userId="42f61249-e00d-4778-bd06-353e57e7c4e6" providerId="ADAL" clId="{EA7ACA62-6246-40AD-896F-A77B8CEAA7F1}" dt="2026-02-26T14:57:57.045" v="3067" actId="1076"/>
          <ac:picMkLst>
            <pc:docMk/>
            <pc:sldMk cId="3065513456" sldId="2147470626"/>
            <ac:picMk id="105" creationId="{858193CD-6B35-820D-F384-DF75F21C4741}"/>
          </ac:picMkLst>
        </pc:picChg>
        <pc:cxnChg chg="add mod">
          <ac:chgData name="Sushil Soni, Vodafone" userId="42f61249-e00d-4778-bd06-353e57e7c4e6" providerId="ADAL" clId="{EA7ACA62-6246-40AD-896F-A77B8CEAA7F1}" dt="2026-02-26T04:28:05.143" v="1086" actId="14100"/>
          <ac:cxnSpMkLst>
            <pc:docMk/>
            <pc:sldMk cId="3065513456" sldId="2147470626"/>
            <ac:cxnSpMk id="62" creationId="{4269499A-39D0-8C5E-492F-719E1F0D0BB4}"/>
          </ac:cxnSpMkLst>
        </pc:cxnChg>
        <pc:cxnChg chg="add mod">
          <ac:chgData name="Sushil Soni, Vodafone" userId="42f61249-e00d-4778-bd06-353e57e7c4e6" providerId="ADAL" clId="{EA7ACA62-6246-40AD-896F-A77B8CEAA7F1}" dt="2026-02-26T04:28:17.564" v="1089" actId="14100"/>
          <ac:cxnSpMkLst>
            <pc:docMk/>
            <pc:sldMk cId="3065513456" sldId="2147470626"/>
            <ac:cxnSpMk id="64" creationId="{017AE3F1-69C5-7EBD-AFA5-414D27B8A78C}"/>
          </ac:cxnSpMkLst>
        </pc:cxnChg>
        <pc:cxnChg chg="add mod">
          <ac:chgData name="Sushil Soni, Vodafone" userId="42f61249-e00d-4778-bd06-353e57e7c4e6" providerId="ADAL" clId="{EA7ACA62-6246-40AD-896F-A77B8CEAA7F1}" dt="2026-02-26T10:00:00.405" v="2143" actId="14100"/>
          <ac:cxnSpMkLst>
            <pc:docMk/>
            <pc:sldMk cId="3065513456" sldId="2147470626"/>
            <ac:cxnSpMk id="90" creationId="{C3261B7D-A8AF-3DB2-0B57-FAAB5ED9199F}"/>
          </ac:cxnSpMkLst>
        </pc:cxnChg>
      </pc:sldChg>
      <pc:sldChg chg="delSp modSp new mod">
        <pc:chgData name="Sushil Soni, Vodafone" userId="42f61249-e00d-4778-bd06-353e57e7c4e6" providerId="ADAL" clId="{EA7ACA62-6246-40AD-896F-A77B8CEAA7F1}" dt="2026-02-26T05:27:37.264" v="1635" actId="478"/>
        <pc:sldMkLst>
          <pc:docMk/>
          <pc:sldMk cId="2382569774" sldId="2147470627"/>
        </pc:sldMkLst>
        <pc:spChg chg="mod">
          <ac:chgData name="Sushil Soni, Vodafone" userId="42f61249-e00d-4778-bd06-353e57e7c4e6" providerId="ADAL" clId="{EA7ACA62-6246-40AD-896F-A77B8CEAA7F1}" dt="2026-02-25T13:06:32.264" v="901" actId="20577"/>
          <ac:spMkLst>
            <pc:docMk/>
            <pc:sldMk cId="2382569774" sldId="2147470627"/>
            <ac:spMk id="3" creationId="{87BC6743-1676-3EE7-4E24-75F021018B64}"/>
          </ac:spMkLst>
        </pc:spChg>
        <pc:spChg chg="mod">
          <ac:chgData name="Sushil Soni, Vodafone" userId="42f61249-e00d-4778-bd06-353e57e7c4e6" providerId="ADAL" clId="{EA7ACA62-6246-40AD-896F-A77B8CEAA7F1}" dt="2026-02-25T09:25:23.063" v="872" actId="20577"/>
          <ac:spMkLst>
            <pc:docMk/>
            <pc:sldMk cId="2382569774" sldId="2147470627"/>
            <ac:spMk id="4" creationId="{F926382C-D4D5-FFE6-0F01-60DC99202079}"/>
          </ac:spMkLst>
        </pc:spChg>
      </pc:sldChg>
      <pc:sldChg chg="addSp delSp modSp new mod ord">
        <pc:chgData name="Sushil Soni, Vodafone" userId="42f61249-e00d-4778-bd06-353e57e7c4e6" providerId="ADAL" clId="{EA7ACA62-6246-40AD-896F-A77B8CEAA7F1}" dt="2026-02-26T06:09:12.201" v="2123" actId="207"/>
        <pc:sldMkLst>
          <pc:docMk/>
          <pc:sldMk cId="3991684126" sldId="2147470629"/>
        </pc:sldMkLst>
        <pc:spChg chg="mod">
          <ac:chgData name="Sushil Soni, Vodafone" userId="42f61249-e00d-4778-bd06-353e57e7c4e6" providerId="ADAL" clId="{EA7ACA62-6246-40AD-896F-A77B8CEAA7F1}" dt="2026-02-26T06:09:12.201" v="2123" actId="207"/>
          <ac:spMkLst>
            <pc:docMk/>
            <pc:sldMk cId="3991684126" sldId="2147470629"/>
            <ac:spMk id="4" creationId="{F5886D5A-312D-0DDC-BC99-339B19F1CA3F}"/>
          </ac:spMkLst>
        </pc:spChg>
        <pc:picChg chg="add mod ord">
          <ac:chgData name="Sushil Soni, Vodafone" userId="42f61249-e00d-4778-bd06-353e57e7c4e6" providerId="ADAL" clId="{EA7ACA62-6246-40AD-896F-A77B8CEAA7F1}" dt="2026-02-26T04:21:23.204" v="1009" actId="14100"/>
          <ac:picMkLst>
            <pc:docMk/>
            <pc:sldMk cId="3991684126" sldId="2147470629"/>
            <ac:picMk id="10" creationId="{85F762E6-79A9-1F90-10F4-FA5BBB7FC8F4}"/>
          </ac:picMkLst>
        </pc:picChg>
      </pc:sldChg>
      <pc:sldChg chg="addSp delSp modSp new mod ord">
        <pc:chgData name="Sushil Soni, Vodafone" userId="42f61249-e00d-4778-bd06-353e57e7c4e6" providerId="ADAL" clId="{EA7ACA62-6246-40AD-896F-A77B8CEAA7F1}" dt="2026-02-26T13:19:04.698" v="3045" actId="6549"/>
        <pc:sldMkLst>
          <pc:docMk/>
          <pc:sldMk cId="3389512670" sldId="2147470630"/>
        </pc:sldMkLst>
        <pc:spChg chg="mod">
          <ac:chgData name="Sushil Soni, Vodafone" userId="42f61249-e00d-4778-bd06-353e57e7c4e6" providerId="ADAL" clId="{EA7ACA62-6246-40AD-896F-A77B8CEAA7F1}" dt="2026-02-26T13:19:04.698" v="3045" actId="6549"/>
          <ac:spMkLst>
            <pc:docMk/>
            <pc:sldMk cId="3389512670" sldId="2147470630"/>
            <ac:spMk id="3" creationId="{68C59B85-A4EC-50EF-BFFA-3A233D2336D0}"/>
          </ac:spMkLst>
        </pc:spChg>
        <pc:spChg chg="mod">
          <ac:chgData name="Sushil Soni, Vodafone" userId="42f61249-e00d-4778-bd06-353e57e7c4e6" providerId="ADAL" clId="{EA7ACA62-6246-40AD-896F-A77B8CEAA7F1}" dt="2026-02-26T11:16:42.873" v="2639" actId="20577"/>
          <ac:spMkLst>
            <pc:docMk/>
            <pc:sldMk cId="3389512670" sldId="2147470630"/>
            <ac:spMk id="4" creationId="{02F8AB1F-776C-04C7-721A-1E913CD72990}"/>
          </ac:spMkLst>
        </pc:spChg>
      </pc:sldChg>
      <pc:sldChg chg="addSp delSp modSp add mod">
        <pc:chgData name="Sushil Soni, Vodafone" userId="42f61249-e00d-4778-bd06-353e57e7c4e6" providerId="ADAL" clId="{EA7ACA62-6246-40AD-896F-A77B8CEAA7F1}" dt="2026-03-02T13:02:23.759" v="3115" actId="1036"/>
        <pc:sldMkLst>
          <pc:docMk/>
          <pc:sldMk cId="1998312597" sldId="2147470631"/>
        </pc:sldMkLst>
        <pc:spChg chg="mod">
          <ac:chgData name="Sushil Soni, Vodafone" userId="42f61249-e00d-4778-bd06-353e57e7c4e6" providerId="ADAL" clId="{EA7ACA62-6246-40AD-896F-A77B8CEAA7F1}" dt="2026-02-26T11:18:19.170" v="2707"/>
          <ac:spMkLst>
            <pc:docMk/>
            <pc:sldMk cId="1998312597" sldId="2147470631"/>
            <ac:spMk id="13" creationId="{2204D74D-2E7B-2974-25BE-E480A606AA7B}"/>
          </ac:spMkLst>
        </pc:spChg>
        <pc:spChg chg="mod">
          <ac:chgData name="Sushil Soni, Vodafone" userId="42f61249-e00d-4778-bd06-353e57e7c4e6" providerId="ADAL" clId="{EA7ACA62-6246-40AD-896F-A77B8CEAA7F1}" dt="2026-02-26T11:18:19.170" v="2707"/>
          <ac:spMkLst>
            <pc:docMk/>
            <pc:sldMk cId="1998312597" sldId="2147470631"/>
            <ac:spMk id="19" creationId="{0018CD53-F616-AF7E-8E98-1C4C56EEDD44}"/>
          </ac:spMkLst>
        </pc:spChg>
        <pc:spChg chg="mod">
          <ac:chgData name="Sushil Soni, Vodafone" userId="42f61249-e00d-4778-bd06-353e57e7c4e6" providerId="ADAL" clId="{EA7ACA62-6246-40AD-896F-A77B8CEAA7F1}" dt="2026-02-26T11:27:51.585" v="2892" actId="255"/>
          <ac:spMkLst>
            <pc:docMk/>
            <pc:sldMk cId="1998312597" sldId="2147470631"/>
            <ac:spMk id="21" creationId="{9BD3E859-EBAC-D337-BB4A-712948D5AAA3}"/>
          </ac:spMkLst>
        </pc:spChg>
        <pc:spChg chg="mod">
          <ac:chgData name="Sushil Soni, Vodafone" userId="42f61249-e00d-4778-bd06-353e57e7c4e6" providerId="ADAL" clId="{EA7ACA62-6246-40AD-896F-A77B8CEAA7F1}" dt="2026-02-26T11:18:19.170" v="2707"/>
          <ac:spMkLst>
            <pc:docMk/>
            <pc:sldMk cId="1998312597" sldId="2147470631"/>
            <ac:spMk id="27" creationId="{F804356B-30F1-FFA4-F64F-C51018DDFE42}"/>
          </ac:spMkLst>
        </pc:spChg>
        <pc:spChg chg="mod">
          <ac:chgData name="Sushil Soni, Vodafone" userId="42f61249-e00d-4778-bd06-353e57e7c4e6" providerId="ADAL" clId="{EA7ACA62-6246-40AD-896F-A77B8CEAA7F1}" dt="2026-02-26T11:27:47.753" v="2891" actId="255"/>
          <ac:spMkLst>
            <pc:docMk/>
            <pc:sldMk cId="1998312597" sldId="2147470631"/>
            <ac:spMk id="30" creationId="{2DD6D3CE-A91A-C74C-CB52-FD4431C6F457}"/>
          </ac:spMkLst>
        </pc:spChg>
        <pc:spChg chg="mod">
          <ac:chgData name="Sushil Soni, Vodafone" userId="42f61249-e00d-4778-bd06-353e57e7c4e6" providerId="ADAL" clId="{EA7ACA62-6246-40AD-896F-A77B8CEAA7F1}" dt="2026-02-26T11:19:27.537" v="2779" actId="14100"/>
          <ac:spMkLst>
            <pc:docMk/>
            <pc:sldMk cId="1998312597" sldId="2147470631"/>
            <ac:spMk id="48" creationId="{D933E31E-F133-2FDB-F782-E2D4775C84AE}"/>
          </ac:spMkLst>
        </pc:spChg>
        <pc:spChg chg="mod">
          <ac:chgData name="Sushil Soni, Vodafone" userId="42f61249-e00d-4778-bd06-353e57e7c4e6" providerId="ADAL" clId="{EA7ACA62-6246-40AD-896F-A77B8CEAA7F1}" dt="2026-02-26T11:18:19.170" v="2707"/>
          <ac:spMkLst>
            <pc:docMk/>
            <pc:sldMk cId="1998312597" sldId="2147470631"/>
            <ac:spMk id="63" creationId="{A55CDB97-D499-2FB7-FB88-F21BC0021F6F}"/>
          </ac:spMkLst>
        </pc:spChg>
        <pc:spChg chg="mod">
          <ac:chgData name="Sushil Soni, Vodafone" userId="42f61249-e00d-4778-bd06-353e57e7c4e6" providerId="ADAL" clId="{EA7ACA62-6246-40AD-896F-A77B8CEAA7F1}" dt="2026-02-26T11:18:19.170" v="2707"/>
          <ac:spMkLst>
            <pc:docMk/>
            <pc:sldMk cId="1998312597" sldId="2147470631"/>
            <ac:spMk id="69" creationId="{CF5CE89F-E7C2-F419-DDC2-F39323696430}"/>
          </ac:spMkLst>
        </pc:spChg>
        <pc:spChg chg="mod">
          <ac:chgData name="Sushil Soni, Vodafone" userId="42f61249-e00d-4778-bd06-353e57e7c4e6" providerId="ADAL" clId="{EA7ACA62-6246-40AD-896F-A77B8CEAA7F1}" dt="2026-02-26T11:18:09.300" v="2706" actId="1037"/>
          <ac:spMkLst>
            <pc:docMk/>
            <pc:sldMk cId="1998312597" sldId="2147470631"/>
            <ac:spMk id="79" creationId="{AE5BD221-BA4E-E1F9-E8D5-FEE187C758F4}"/>
          </ac:spMkLst>
        </pc:spChg>
        <pc:spChg chg="mod">
          <ac:chgData name="Sushil Soni, Vodafone" userId="42f61249-e00d-4778-bd06-353e57e7c4e6" providerId="ADAL" clId="{EA7ACA62-6246-40AD-896F-A77B8CEAA7F1}" dt="2026-02-26T14:56:45.101" v="3059" actId="14100"/>
          <ac:spMkLst>
            <pc:docMk/>
            <pc:sldMk cId="1998312597" sldId="2147470631"/>
            <ac:spMk id="80" creationId="{FAFE0D5D-B5E6-B67E-EF9E-DFC497181FF7}"/>
          </ac:spMkLst>
        </pc:spChg>
        <pc:spChg chg="mod">
          <ac:chgData name="Sushil Soni, Vodafone" userId="42f61249-e00d-4778-bd06-353e57e7c4e6" providerId="ADAL" clId="{EA7ACA62-6246-40AD-896F-A77B8CEAA7F1}" dt="2026-02-26T11:27:17.640" v="2860" actId="1038"/>
          <ac:spMkLst>
            <pc:docMk/>
            <pc:sldMk cId="1998312597" sldId="2147470631"/>
            <ac:spMk id="84" creationId="{F446B3B9-9233-88B6-F75B-AA2CD86057BF}"/>
          </ac:spMkLst>
        </pc:spChg>
        <pc:spChg chg="mod">
          <ac:chgData name="Sushil Soni, Vodafone" userId="42f61249-e00d-4778-bd06-353e57e7c4e6" providerId="ADAL" clId="{EA7ACA62-6246-40AD-896F-A77B8CEAA7F1}" dt="2026-02-26T11:27:57.795" v="2893" actId="255"/>
          <ac:spMkLst>
            <pc:docMk/>
            <pc:sldMk cId="1998312597" sldId="2147470631"/>
            <ac:spMk id="85" creationId="{5B8787AE-EB1D-14CB-11B9-51D84BA9A8EC}"/>
          </ac:spMkLst>
        </pc:spChg>
        <pc:spChg chg="mod">
          <ac:chgData name="Sushil Soni, Vodafone" userId="42f61249-e00d-4778-bd06-353e57e7c4e6" providerId="ADAL" clId="{EA7ACA62-6246-40AD-896F-A77B8CEAA7F1}" dt="2026-02-26T11:27:32.456" v="2889" actId="1038"/>
          <ac:spMkLst>
            <pc:docMk/>
            <pc:sldMk cId="1998312597" sldId="2147470631"/>
            <ac:spMk id="86" creationId="{CB7A6235-0274-3E8A-8B6C-33CF41AB8BFF}"/>
          </ac:spMkLst>
        </pc:spChg>
        <pc:spChg chg="mod">
          <ac:chgData name="Sushil Soni, Vodafone" userId="42f61249-e00d-4778-bd06-353e57e7c4e6" providerId="ADAL" clId="{EA7ACA62-6246-40AD-896F-A77B8CEAA7F1}" dt="2026-03-02T13:02:23.759" v="3115" actId="1036"/>
          <ac:spMkLst>
            <pc:docMk/>
            <pc:sldMk cId="1998312597" sldId="2147470631"/>
            <ac:spMk id="87" creationId="{C5CDDC8F-0856-18B9-C070-0CB2DBE6380E}"/>
          </ac:spMkLst>
        </pc:spChg>
        <pc:spChg chg="mod">
          <ac:chgData name="Sushil Soni, Vodafone" userId="42f61249-e00d-4778-bd06-353e57e7c4e6" providerId="ADAL" clId="{EA7ACA62-6246-40AD-896F-A77B8CEAA7F1}" dt="2026-02-26T11:29:06.160" v="2913" actId="14100"/>
          <ac:spMkLst>
            <pc:docMk/>
            <pc:sldMk cId="1998312597" sldId="2147470631"/>
            <ac:spMk id="92" creationId="{C8BB6A4B-DE9E-0357-F09C-56199B4EAF50}"/>
          </ac:spMkLst>
        </pc:spChg>
        <pc:spChg chg="mod">
          <ac:chgData name="Sushil Soni, Vodafone" userId="42f61249-e00d-4778-bd06-353e57e7c4e6" providerId="ADAL" clId="{EA7ACA62-6246-40AD-896F-A77B8CEAA7F1}" dt="2026-02-26T11:25:22.094" v="2814" actId="1076"/>
          <ac:spMkLst>
            <pc:docMk/>
            <pc:sldMk cId="1998312597" sldId="2147470631"/>
            <ac:spMk id="94" creationId="{E4F86859-8282-BFAF-6A43-01640AA87966}"/>
          </ac:spMkLst>
        </pc:spChg>
        <pc:spChg chg="mod">
          <ac:chgData name="Sushil Soni, Vodafone" userId="42f61249-e00d-4778-bd06-353e57e7c4e6" providerId="ADAL" clId="{EA7ACA62-6246-40AD-896F-A77B8CEAA7F1}" dt="2026-02-26T11:25:17.029" v="2813" actId="1076"/>
          <ac:spMkLst>
            <pc:docMk/>
            <pc:sldMk cId="1998312597" sldId="2147470631"/>
            <ac:spMk id="95" creationId="{34B0E8EC-397B-E8C1-B556-CE579983038F}"/>
          </ac:spMkLst>
        </pc:spChg>
        <pc:spChg chg="mod">
          <ac:chgData name="Sushil Soni, Vodafone" userId="42f61249-e00d-4778-bd06-353e57e7c4e6" providerId="ADAL" clId="{EA7ACA62-6246-40AD-896F-A77B8CEAA7F1}" dt="2026-02-26T11:18:09.300" v="2706" actId="1037"/>
          <ac:spMkLst>
            <pc:docMk/>
            <pc:sldMk cId="1998312597" sldId="2147470631"/>
            <ac:spMk id="96" creationId="{F75FB7AA-2F46-E08C-CE8D-874C07ED3E9B}"/>
          </ac:spMkLst>
        </pc:spChg>
        <pc:spChg chg="mod">
          <ac:chgData name="Sushil Soni, Vodafone" userId="42f61249-e00d-4778-bd06-353e57e7c4e6" providerId="ADAL" clId="{EA7ACA62-6246-40AD-896F-A77B8CEAA7F1}" dt="2026-02-26T11:18:09.300" v="2706" actId="1037"/>
          <ac:spMkLst>
            <pc:docMk/>
            <pc:sldMk cId="1998312597" sldId="2147470631"/>
            <ac:spMk id="97" creationId="{49784DF5-548D-1941-C3E5-5E07E677BF2A}"/>
          </ac:spMkLst>
        </pc:spChg>
        <pc:spChg chg="mod">
          <ac:chgData name="Sushil Soni, Vodafone" userId="42f61249-e00d-4778-bd06-353e57e7c4e6" providerId="ADAL" clId="{EA7ACA62-6246-40AD-896F-A77B8CEAA7F1}" dt="2026-02-26T11:18:19.170" v="2707"/>
          <ac:spMkLst>
            <pc:docMk/>
            <pc:sldMk cId="1998312597" sldId="2147470631"/>
            <ac:spMk id="99" creationId="{FBBB2BB2-70BD-06C8-B81A-8176483C191C}"/>
          </ac:spMkLst>
        </pc:spChg>
        <pc:spChg chg="add mod">
          <ac:chgData name="Sushil Soni, Vodafone" userId="42f61249-e00d-4778-bd06-353e57e7c4e6" providerId="ADAL" clId="{EA7ACA62-6246-40AD-896F-A77B8CEAA7F1}" dt="2026-02-26T11:27:42.686" v="2890" actId="255"/>
          <ac:spMkLst>
            <pc:docMk/>
            <pc:sldMk cId="1998312597" sldId="2147470631"/>
            <ac:spMk id="102" creationId="{F7E934AD-145A-BC45-7491-4B839DF0859D}"/>
          </ac:spMkLst>
        </pc:spChg>
        <pc:spChg chg="add mod">
          <ac:chgData name="Sushil Soni, Vodafone" userId="42f61249-e00d-4778-bd06-353e57e7c4e6" providerId="ADAL" clId="{EA7ACA62-6246-40AD-896F-A77B8CEAA7F1}" dt="2026-02-26T11:19:44.200" v="2783" actId="20577"/>
          <ac:spMkLst>
            <pc:docMk/>
            <pc:sldMk cId="1998312597" sldId="2147470631"/>
            <ac:spMk id="103" creationId="{89E3F4FD-6D06-051F-E544-FC9D22FC98A6}"/>
          </ac:spMkLst>
        </pc:spChg>
        <pc:spChg chg="add mod">
          <ac:chgData name="Sushil Soni, Vodafone" userId="42f61249-e00d-4778-bd06-353e57e7c4e6" providerId="ADAL" clId="{EA7ACA62-6246-40AD-896F-A77B8CEAA7F1}" dt="2026-02-26T11:31:39.956" v="2955" actId="1076"/>
          <ac:spMkLst>
            <pc:docMk/>
            <pc:sldMk cId="1998312597" sldId="2147470631"/>
            <ac:spMk id="129" creationId="{DD8B70ED-C09F-E808-BB99-54B90D824883}"/>
          </ac:spMkLst>
        </pc:spChg>
        <pc:spChg chg="add mod">
          <ac:chgData name="Sushil Soni, Vodafone" userId="42f61249-e00d-4778-bd06-353e57e7c4e6" providerId="ADAL" clId="{EA7ACA62-6246-40AD-896F-A77B8CEAA7F1}" dt="2026-02-26T14:58:53.609" v="3105" actId="1076"/>
          <ac:spMkLst>
            <pc:docMk/>
            <pc:sldMk cId="1998312597" sldId="2147470631"/>
            <ac:spMk id="130" creationId="{959EE520-D25D-B671-AE13-E035CB052680}"/>
          </ac:spMkLst>
        </pc:spChg>
        <pc:spChg chg="add mod">
          <ac:chgData name="Sushil Soni, Vodafone" userId="42f61249-e00d-4778-bd06-353e57e7c4e6" providerId="ADAL" clId="{EA7ACA62-6246-40AD-896F-A77B8CEAA7F1}" dt="2026-02-26T14:58:50.421" v="3104" actId="1076"/>
          <ac:spMkLst>
            <pc:docMk/>
            <pc:sldMk cId="1998312597" sldId="2147470631"/>
            <ac:spMk id="131" creationId="{C89FCDA4-4350-9BDD-656B-10E89D4A026C}"/>
          </ac:spMkLst>
        </pc:spChg>
        <pc:grpChg chg="mod">
          <ac:chgData name="Sushil Soni, Vodafone" userId="42f61249-e00d-4778-bd06-353e57e7c4e6" providerId="ADAL" clId="{EA7ACA62-6246-40AD-896F-A77B8CEAA7F1}" dt="2026-02-26T11:18:39.280" v="2750" actId="14100"/>
          <ac:grpSpMkLst>
            <pc:docMk/>
            <pc:sldMk cId="1998312597" sldId="2147470631"/>
            <ac:grpSpMk id="4" creationId="{E1AB63D6-7286-699C-FD82-649C7D23ED6A}"/>
          </ac:grpSpMkLst>
        </pc:grpChg>
        <pc:grpChg chg="mod">
          <ac:chgData name="Sushil Soni, Vodafone" userId="42f61249-e00d-4778-bd06-353e57e7c4e6" providerId="ADAL" clId="{EA7ACA62-6246-40AD-896F-A77B8CEAA7F1}" dt="2026-02-26T11:18:09.300" v="2706" actId="1037"/>
          <ac:grpSpMkLst>
            <pc:docMk/>
            <pc:sldMk cId="1998312597" sldId="2147470631"/>
            <ac:grpSpMk id="43" creationId="{727AF875-EDFD-FE30-B668-AAE4B1C0624D}"/>
          </ac:grpSpMkLst>
        </pc:grpChg>
        <pc:grpChg chg="mod">
          <ac:chgData name="Sushil Soni, Vodafone" userId="42f61249-e00d-4778-bd06-353e57e7c4e6" providerId="ADAL" clId="{EA7ACA62-6246-40AD-896F-A77B8CEAA7F1}" dt="2026-02-26T11:18:09.300" v="2706" actId="1037"/>
          <ac:grpSpMkLst>
            <pc:docMk/>
            <pc:sldMk cId="1998312597" sldId="2147470631"/>
            <ac:grpSpMk id="44" creationId="{A6FA70BD-7659-C88D-4978-32CBA3F06558}"/>
          </ac:grpSpMkLst>
        </pc:grpChg>
        <pc:picChg chg="mod">
          <ac:chgData name="Sushil Soni, Vodafone" userId="42f61249-e00d-4778-bd06-353e57e7c4e6" providerId="ADAL" clId="{EA7ACA62-6246-40AD-896F-A77B8CEAA7F1}" dt="2026-02-26T11:18:09.300" v="2706" actId="1037"/>
          <ac:picMkLst>
            <pc:docMk/>
            <pc:sldMk cId="1998312597" sldId="2147470631"/>
            <ac:picMk id="56" creationId="{39EC1738-94C4-261A-13B0-77B2FC101C46}"/>
          </ac:picMkLst>
        </pc:picChg>
        <pc:picChg chg="mod">
          <ac:chgData name="Sushil Soni, Vodafone" userId="42f61249-e00d-4778-bd06-353e57e7c4e6" providerId="ADAL" clId="{EA7ACA62-6246-40AD-896F-A77B8CEAA7F1}" dt="2026-02-26T11:18:09.300" v="2706" actId="1037"/>
          <ac:picMkLst>
            <pc:docMk/>
            <pc:sldMk cId="1998312597" sldId="2147470631"/>
            <ac:picMk id="57" creationId="{C98A7ACA-04F0-D51A-BCA2-0E986B175C5B}"/>
          </ac:picMkLst>
        </pc:picChg>
        <pc:picChg chg="mod">
          <ac:chgData name="Sushil Soni, Vodafone" userId="42f61249-e00d-4778-bd06-353e57e7c4e6" providerId="ADAL" clId="{EA7ACA62-6246-40AD-896F-A77B8CEAA7F1}" dt="2026-02-26T11:18:19.170" v="2707"/>
          <ac:picMkLst>
            <pc:docMk/>
            <pc:sldMk cId="1998312597" sldId="2147470631"/>
            <ac:picMk id="98" creationId="{1B52BF45-2D4A-EA83-5222-26265453BB95}"/>
          </ac:picMkLst>
        </pc:picChg>
        <pc:picChg chg="add mod">
          <ac:chgData name="Sushil Soni, Vodafone" userId="42f61249-e00d-4778-bd06-353e57e7c4e6" providerId="ADAL" clId="{EA7ACA62-6246-40AD-896F-A77B8CEAA7F1}" dt="2026-02-26T11:18:27.034" v="2748" actId="1037"/>
          <ac:picMkLst>
            <pc:docMk/>
            <pc:sldMk cId="1998312597" sldId="2147470631"/>
            <ac:picMk id="101" creationId="{7F2A7ED6-BA31-F0A5-407E-174777C9EC83}"/>
          </ac:picMkLst>
        </pc:picChg>
        <pc:picChg chg="add mod">
          <ac:chgData name="Sushil Soni, Vodafone" userId="42f61249-e00d-4778-bd06-353e57e7c4e6" providerId="ADAL" clId="{EA7ACA62-6246-40AD-896F-A77B8CEAA7F1}" dt="2026-02-26T11:24:30.870" v="2804" actId="1076"/>
          <ac:picMkLst>
            <pc:docMk/>
            <pc:sldMk cId="1998312597" sldId="2147470631"/>
            <ac:picMk id="124" creationId="{3DBC2700-64AC-4F01-58C6-617058A56D13}"/>
          </ac:picMkLst>
        </pc:picChg>
        <pc:picChg chg="add mod">
          <ac:chgData name="Sushil Soni, Vodafone" userId="42f61249-e00d-4778-bd06-353e57e7c4e6" providerId="ADAL" clId="{EA7ACA62-6246-40AD-896F-A77B8CEAA7F1}" dt="2026-02-26T11:24:39.948" v="2807" actId="1076"/>
          <ac:picMkLst>
            <pc:docMk/>
            <pc:sldMk cId="1998312597" sldId="2147470631"/>
            <ac:picMk id="126" creationId="{479033F4-6384-EE4C-47CB-FEE5C404901C}"/>
          </ac:picMkLst>
        </pc:picChg>
        <pc:picChg chg="add mod">
          <ac:chgData name="Sushil Soni, Vodafone" userId="42f61249-e00d-4778-bd06-353e57e7c4e6" providerId="ADAL" clId="{EA7ACA62-6246-40AD-896F-A77B8CEAA7F1}" dt="2026-02-26T11:25:05.440" v="2812" actId="1076"/>
          <ac:picMkLst>
            <pc:docMk/>
            <pc:sldMk cId="1998312597" sldId="2147470631"/>
            <ac:picMk id="128" creationId="{707B8A71-12EB-18BE-5EEE-6BFE69E27C73}"/>
          </ac:picMkLst>
        </pc:picChg>
        <pc:cxnChg chg="mod">
          <ac:chgData name="Sushil Soni, Vodafone" userId="42f61249-e00d-4778-bd06-353e57e7c4e6" providerId="ADAL" clId="{EA7ACA62-6246-40AD-896F-A77B8CEAA7F1}" dt="2026-02-26T11:20:37.770" v="2793" actId="14100"/>
          <ac:cxnSpMkLst>
            <pc:docMk/>
            <pc:sldMk cId="1998312597" sldId="2147470631"/>
            <ac:cxnSpMk id="59" creationId="{083279B5-E959-75F8-CBBD-AF49C9629154}"/>
          </ac:cxnSpMkLst>
        </pc:cxnChg>
        <pc:cxnChg chg="mod">
          <ac:chgData name="Sushil Soni, Vodafone" userId="42f61249-e00d-4778-bd06-353e57e7c4e6" providerId="ADAL" clId="{EA7ACA62-6246-40AD-896F-A77B8CEAA7F1}" dt="2026-02-26T11:20:44.351" v="2794" actId="14100"/>
          <ac:cxnSpMkLst>
            <pc:docMk/>
            <pc:sldMk cId="1998312597" sldId="2147470631"/>
            <ac:cxnSpMk id="66" creationId="{84CD597B-A19A-B634-7F2D-9403C242FF37}"/>
          </ac:cxnSpMkLst>
        </pc:cxnChg>
        <pc:cxnChg chg="add mod">
          <ac:chgData name="Sushil Soni, Vodafone" userId="42f61249-e00d-4778-bd06-353e57e7c4e6" providerId="ADAL" clId="{EA7ACA62-6246-40AD-896F-A77B8CEAA7F1}" dt="2026-02-26T11:21:07.981" v="2800" actId="14100"/>
          <ac:cxnSpMkLst>
            <pc:docMk/>
            <pc:sldMk cId="1998312597" sldId="2147470631"/>
            <ac:cxnSpMk id="115" creationId="{147CF99B-6597-C66D-62C5-4667B41FB41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18CE4-0E85-4CD6-9C73-4BBCE6E1D6F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CD32D-C91B-42C5-A0E8-BD66BAA05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0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0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29464C-F365-4D4E-8D49-EE3149C16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890F5E-F705-DE4C-BE0B-FD9E227B2D2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29000">
                <a:schemeClr val="tx1">
                  <a:alpha val="0"/>
                </a:schemeClr>
              </a:gs>
            </a:gsLst>
            <a:lin ang="4200000" scaled="0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3" y="1579235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2A0B60-7AF1-BA4F-8956-31372DACF9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8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0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29464C-F365-4D4E-8D49-EE3149C16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3" y="1579235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86AE0-2FF5-F543-BD39-1EAF6417AC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6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0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B661B3-6C70-2545-B622-D504D80B2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2" y="1579201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717F0-3483-804E-8F5B-17BF62D523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0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1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7D46AA-0AD7-2C4C-AF6D-44841AA91A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3" y="1579235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B7C215-C8A7-DD43-9738-A38B5E1696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5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50D3BD-F983-4141-ADCC-8672B0696D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2" y="1579201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DCB0-66C7-4F4D-8BCA-5C76F3CD8E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9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1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73AFB8-ADE8-EB4A-B754-FD1C9F92B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2" y="1579201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ADDEE-29B0-F249-8E36-ED24227AAB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5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 NUMBERED">
    <p:bg>
      <p:bgPr>
        <a:gradFill flip="none" rotWithShape="1"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57" y="361112"/>
            <a:ext cx="5904176" cy="1315288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BF2B5B-A0CD-B640-AD88-7E3A5F9BF4C6}" type="datetime4">
              <a:rPr lang="en-GB" smtClean="0"/>
              <a:t>02 March 2026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8" y="3756113"/>
            <a:ext cx="5484636" cy="2526687"/>
          </a:xfrm>
        </p:spPr>
        <p:txBody>
          <a:bodyPr/>
          <a:lstStyle>
            <a:lvl1pPr marL="16933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0" b="1" kern="1200" spc="-533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6C26B0-CCF2-F648-A798-0EE991C3D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0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EY NUMBERED">
    <p:bg>
      <p:bgPr>
        <a:solidFill>
          <a:srgbClr val="25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57" y="361112"/>
            <a:ext cx="5904176" cy="1315288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7C6EB4-D3FB-4040-8A1F-BED3E076871F}" type="datetime4">
              <a:rPr lang="en-GB" smtClean="0"/>
              <a:t>02 March 2026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8" y="3756113"/>
            <a:ext cx="5484636" cy="2526687"/>
          </a:xfrm>
        </p:spPr>
        <p:txBody>
          <a:bodyPr/>
          <a:lstStyle>
            <a:lvl1pPr marL="16933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0" b="1" kern="1200" spc="-533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3897F5-F561-5B4E-850F-6435E6A81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5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 NUMBE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57" y="361112"/>
            <a:ext cx="5904176" cy="1315288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ADE049-1891-1449-9636-1CF55F225DAA}" type="datetime4">
              <a:rPr lang="en-GB" smtClean="0"/>
              <a:t>02 March 2026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8" y="3756113"/>
            <a:ext cx="5484636" cy="2526687"/>
          </a:xfrm>
        </p:spPr>
        <p:txBody>
          <a:bodyPr/>
          <a:lstStyle>
            <a:lvl1pPr marL="16933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0" b="1" kern="1200" spc="-533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DCB6E0-1124-2648-9A9A-2536D8576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">
    <p:bg>
      <p:bgPr>
        <a:gradFill flip="none" rotWithShape="1"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000" y="2469000"/>
            <a:ext cx="9120000" cy="192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B8AB9A-4982-5343-A59F-B510231EE64F}" type="datetime4">
              <a:rPr lang="en-GB" smtClean="0"/>
              <a:t>02 March 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C02BC2-6DCB-4942-B518-B8305FCAA4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3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EY">
    <p:bg>
      <p:bgPr>
        <a:solidFill>
          <a:srgbClr val="25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000" y="2469000"/>
            <a:ext cx="9120000" cy="192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0739BA-61C9-3A46-938B-A59A0BB8CA5E}" type="datetime4">
              <a:rPr lang="en-GB" smtClean="0"/>
              <a:t>02 March 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5DEAEB-88CF-5C47-91E5-2870713B18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87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000" y="2469000"/>
            <a:ext cx="9120000" cy="192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410CFC-2243-424E-BF28-D5CEE646A580}" type="datetime4">
              <a:rPr lang="en-GB" smtClean="0"/>
              <a:t>02 March 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BFE641-D101-EA4E-9FEF-0C22A0D166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35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4434" y="274638"/>
            <a:ext cx="8718551" cy="8899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02 March 2026</a:t>
            </a:fld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34434" y="1164610"/>
            <a:ext cx="11523133" cy="4804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06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E7B89AC-F697-9C4E-A7D8-C177B3B47A01}" type="datetime4">
              <a:rPr lang="en-GB" smtClean="0"/>
              <a:t>02 March 2026</a:t>
            </a:fld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6239934" y="1164168"/>
            <a:ext cx="5617633" cy="4804833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334434" y="1164168"/>
            <a:ext cx="5617633" cy="4804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706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A608D5-C657-DC42-A1B2-26A46C8A02FA}" type="datetime4">
              <a:rPr lang="en-GB" smtClean="0"/>
              <a:t>02 March 2026</a:t>
            </a:fld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8"/>
          </p:nvPr>
        </p:nvSpPr>
        <p:spPr>
          <a:xfrm>
            <a:off x="6239934" y="1168400"/>
            <a:ext cx="5617633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15D5B-3072-EC4E-89A6-AF67ED2243E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4434" y="1172634"/>
            <a:ext cx="5617633" cy="4796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7943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B7769DD-D272-D646-A257-0453CD467C3E}" type="datetime4">
              <a:rPr lang="en-GB" smtClean="0"/>
              <a:t>02 March 2026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467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865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x3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2144535" y="355601"/>
            <a:ext cx="7902932" cy="5927199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4x3 video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45ED23-7495-1646-8BCB-5A6FF7F21C49}" type="datetime4">
              <a:rPr lang="en-GB" smtClean="0"/>
              <a:t>02 March 2026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673D41-657A-FC4E-9B43-C98AA0C6E4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71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x9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1096434" y="355200"/>
            <a:ext cx="9999135" cy="5624513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16x9 video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5EE47C-76BC-9249-A0A3-BD7DE5F5A677}" type="datetime4">
              <a:rPr lang="en-GB" smtClean="0"/>
              <a:t>02 March 2026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983CA-FED8-1646-A75D-9A5832006D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99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frame 16x9 Video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full frame 16x9 video</a:t>
            </a:r>
          </a:p>
        </p:txBody>
      </p:sp>
    </p:spTree>
    <p:extLst>
      <p:ext uri="{BB962C8B-B14F-4D97-AF65-F5344CB8AC3E}">
        <p14:creationId xmlns:p14="http://schemas.microsoft.com/office/powerpoint/2010/main" val="245447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F Business GRAD">
    <p:bg>
      <p:bgPr>
        <a:gradFill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F5CF4-E0EE-344C-9718-8492D37AB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2334" y="2252134"/>
            <a:ext cx="1947333" cy="23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39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F Business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0F4C7-F503-0343-A961-D066F41F53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2334" y="2252134"/>
            <a:ext cx="1947333" cy="23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024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6451006"/>
            <a:ext cx="4114800" cy="365125"/>
          </a:xfrm>
        </p:spPr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61"/>
            <a:ext cx="10515600" cy="465910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990709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0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87573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0097" y="3249001"/>
            <a:ext cx="3815927" cy="2591988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731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70B5-2641-4048-A5B7-426327B0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084"/>
            <a:ext cx="10515819" cy="831928"/>
          </a:xfrm>
          <a:prstGeom prst="rect">
            <a:avLst/>
          </a:prstGeom>
        </p:spPr>
        <p:txBody>
          <a:bodyPr anchor="ctr"/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4602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8718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8628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594D8-4B2A-49A3-B0DD-DB765D23E1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1092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solidFill>
          <a:schemeClr val="accent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392600" y="725600"/>
            <a:ext cx="5406800" cy="54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98" tIns="121898" rIns="121898" bIns="12189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4280400" y="3275133"/>
            <a:ext cx="3631200" cy="12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4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2761000" y="2430867"/>
            <a:ext cx="667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68439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8070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00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433" y="274638"/>
            <a:ext cx="11514035" cy="8899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33" y="1164610"/>
            <a:ext cx="7848600" cy="4804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820394" y="6284182"/>
            <a:ext cx="551213" cy="31851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67">
                <a:solidFill>
                  <a:schemeClr val="tx1"/>
                </a:solidFill>
                <a:latin typeface="Vodafone Lt" panose="020B0606040202020204" pitchFamily="34" charset="0"/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37860" y="6282799"/>
            <a:ext cx="2783840" cy="31851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IE" sz="1067" kern="1200" dirty="0">
                <a:solidFill>
                  <a:schemeClr val="tx1"/>
                </a:solidFill>
                <a:latin typeface="Vodafone Lt" panose="020B060604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8183034" y="6282799"/>
            <a:ext cx="2090533" cy="31851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>
              <a:defRPr lang="en-GB" sz="1067" smtClean="0">
                <a:latin typeface="Vodafone Lt" panose="020B0606040202020204" pitchFamily="34" charset="0"/>
              </a:defRPr>
            </a:lvl1pPr>
          </a:lstStyle>
          <a:p>
            <a:fld id="{43F9EC2C-6771-AF47-897F-6EA10AAE18DD}" type="datetime4">
              <a:rPr lang="en-GB" smtClean="0"/>
              <a:t>02 March 2026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A98DC4-8798-1246-BB65-D4FF449CFE78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  <p:sp>
        <p:nvSpPr>
          <p:cNvPr id="8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5001FB14-8E3F-79BB-CD55-20656A618E1F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</p:spPr>
        <p:txBody>
          <a:bodyPr vert="horz" wrap="square" lIns="0" tIns="0" rIns="0" bIns="0" rtlCol="0" anchor="ctr" anchorCtr="1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  <a:endParaRPr lang="en-US" sz="7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04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723" r:id="rId23"/>
  </p:sldLayoutIdLst>
  <p:hf hdr="0"/>
  <p:txStyles>
    <p:titleStyle>
      <a:lvl1pPr algn="l" defTabSz="121917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Vodafone Rg" pitchFamily="34" charset="0"/>
          <a:ea typeface="+mj-ea"/>
          <a:cs typeface="+mj-cs"/>
        </a:defRPr>
      </a:lvl1pPr>
    </p:titleStyle>
    <p:bodyStyle>
      <a:lvl1pPr marL="184146" indent="-184146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•"/>
        <a:defRPr sz="24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1pPr>
      <a:lvl2pPr marL="463539" indent="-196846" algn="l" defTabSz="121917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Calibri" pitchFamily="34" charset="0"/>
        <a:buChar char="–"/>
        <a:defRPr sz="1867" kern="1200">
          <a:solidFill>
            <a:schemeClr val="tx1"/>
          </a:solidFill>
          <a:latin typeface="Vodafone Rg" pitchFamily="34" charset="0"/>
          <a:ea typeface="+mn-ea"/>
          <a:cs typeface="+mn-cs"/>
        </a:defRPr>
      </a:lvl2pPr>
      <a:lvl3pPr marL="514338" indent="194728" algn="l" defTabSz="121917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Calibri" pitchFamily="34" charset="0"/>
        <a:buChar char="–"/>
        <a:defRPr sz="1867" kern="1200">
          <a:solidFill>
            <a:schemeClr val="tx1"/>
          </a:solidFill>
          <a:latin typeface="Vodafone Rg" pitchFamily="34" charset="0"/>
          <a:ea typeface="+mn-ea"/>
          <a:cs typeface="+mn-cs"/>
        </a:defRPr>
      </a:lvl3pPr>
      <a:lvl4pPr marL="956709" indent="-201079" algn="l" defTabSz="121917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170" indent="-215895" algn="l" defTabSz="121917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  <p15:guide id="3" orient="horz" pos="2820">
          <p15:clr>
            <a:srgbClr val="F26B43"/>
          </p15:clr>
        </p15:guide>
        <p15:guide id="4" pos="5602">
          <p15:clr>
            <a:srgbClr val="F26B43"/>
          </p15:clr>
        </p15:guide>
        <p15:guide id="5" pos="2812">
          <p15:clr>
            <a:srgbClr val="F26B43"/>
          </p15:clr>
        </p15:guide>
        <p15:guide id="6" pos="2948">
          <p15:clr>
            <a:srgbClr val="F26B43"/>
          </p15:clr>
        </p15:guide>
        <p15:guide id="7" orient="horz" pos="55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355F8B93-52C3-0B2F-79B6-EB23D36D3127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42798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</p:sldLayoutIdLst>
  <p:hf hdr="0"/>
  <p:txStyles>
    <p:titleStyle>
      <a:lvl1pPr algn="ctr" defTabSz="1219201" rtl="0" eaLnBrk="1" latinLnBrk="0" hangingPunct="1">
        <a:spcBef>
          <a:spcPct val="0"/>
        </a:spcBef>
        <a:buNone/>
        <a:defRPr sz="5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1" indent="-4572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375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»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1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E2CC2776-7783-4CF6-BDC9-1BEE0A854BD7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177797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</p:sldLayoutIdLst>
  <p:hf hdr="0"/>
  <p:txStyles>
    <p:titleStyle>
      <a:lvl1pPr algn="ctr" defTabSz="1219079" rtl="0" eaLnBrk="1" latinLnBrk="0" hangingPunct="1">
        <a:spcBef>
          <a:spcPct val="0"/>
        </a:spcBef>
        <a:buNone/>
        <a:defRPr sz="5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5" indent="-457155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990501" indent="-380962" algn="l" defTabSz="121907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5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86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742925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»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52465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4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2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9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9" Type="http://schemas.openxmlformats.org/officeDocument/2006/relationships/image" Target="../media/image2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2.png"/><Relationship Id="rId11" Type="http://schemas.openxmlformats.org/officeDocument/2006/relationships/image" Target="../media/image27.emf"/><Relationship Id="rId5" Type="http://schemas.openxmlformats.org/officeDocument/2006/relationships/image" Target="../media/image21.png"/><Relationship Id="rId10" Type="http://schemas.openxmlformats.org/officeDocument/2006/relationships/image" Target="../media/image26.emf"/><Relationship Id="rId4" Type="http://schemas.openxmlformats.org/officeDocument/2006/relationships/image" Target="../media/image20.svg"/><Relationship Id="rId9" Type="http://schemas.openxmlformats.org/officeDocument/2006/relationships/image" Target="../media/image2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9B85-A4EC-50EF-BFFA-3A233D233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4757195"/>
          </a:xfrm>
        </p:spPr>
        <p:txBody>
          <a:bodyPr/>
          <a:lstStyle/>
          <a:p>
            <a:r>
              <a:rPr lang="en-US" dirty="0"/>
              <a:t>ALZ From Networks and Security Perspective</a:t>
            </a:r>
          </a:p>
          <a:p>
            <a:endParaRPr lang="en-US" dirty="0"/>
          </a:p>
          <a:p>
            <a:r>
              <a:rPr lang="en-US" dirty="0"/>
              <a:t>Deployment of subset of ALZ</a:t>
            </a:r>
          </a:p>
          <a:p>
            <a:endParaRPr lang="en-US" dirty="0"/>
          </a:p>
          <a:p>
            <a:pPr marL="736593" lvl="1" indent="-457200"/>
            <a:r>
              <a:rPr lang="en-US" dirty="0"/>
              <a:t>Terraform code explanation.</a:t>
            </a:r>
          </a:p>
          <a:p>
            <a:pPr marL="736593" lvl="1" indent="-457200"/>
            <a:r>
              <a:rPr lang="en-US" dirty="0"/>
              <a:t>Network connectivity with on-prem data centers.</a:t>
            </a:r>
          </a:p>
          <a:p>
            <a:endParaRPr lang="en-US" dirty="0"/>
          </a:p>
          <a:p>
            <a:r>
              <a:rPr lang="en-US" dirty="0"/>
              <a:t>Security policy demo-</a:t>
            </a:r>
          </a:p>
          <a:p>
            <a:r>
              <a:rPr lang="en-US" dirty="0"/>
              <a:t>Benefits with Terraform Deployment</a:t>
            </a:r>
          </a:p>
          <a:p>
            <a:pPr marL="279393" lvl="1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F8AB1F-776C-04C7-721A-1E913CD7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6060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Topics Covered</a:t>
            </a:r>
          </a:p>
        </p:txBody>
      </p:sp>
    </p:spTree>
    <p:extLst>
      <p:ext uri="{BB962C8B-B14F-4D97-AF65-F5344CB8AC3E}">
        <p14:creationId xmlns:p14="http://schemas.microsoft.com/office/powerpoint/2010/main" val="338951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07CA-CE2A-495C-E08E-0C2E24BE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rrow: Right 43">
            <a:extLst>
              <a:ext uri="{FF2B5EF4-FFF2-40B4-BE49-F238E27FC236}">
                <a16:creationId xmlns:a16="http://schemas.microsoft.com/office/drawing/2014/main" id="{0261EAEB-C81A-A42E-593C-EBCB2367AD85}"/>
              </a:ext>
            </a:extLst>
          </p:cNvPr>
          <p:cNvSpPr/>
          <p:nvPr/>
        </p:nvSpPr>
        <p:spPr>
          <a:xfrm>
            <a:off x="3763887" y="4936005"/>
            <a:ext cx="747299" cy="340015"/>
          </a:xfrm>
          <a:prstGeom prst="rightArrow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333CD-28EB-28CE-EE4F-6CDECCD3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4" y="274638"/>
            <a:ext cx="11523133" cy="329543"/>
          </a:xfrm>
        </p:spPr>
        <p:txBody>
          <a:bodyPr/>
          <a:lstStyle/>
          <a:p>
            <a:r>
              <a:rPr lang="en-GB" sz="2667" dirty="0"/>
              <a:t>E2E Landing Zone Provisioning </a:t>
            </a:r>
            <a:endParaRPr lang="en-US" sz="2667" dirty="0"/>
          </a:p>
        </p:txBody>
      </p:sp>
      <p:pic>
        <p:nvPicPr>
          <p:cNvPr id="16" name="Graphic 15" descr="Shield Tick outline">
            <a:extLst>
              <a:ext uri="{FF2B5EF4-FFF2-40B4-BE49-F238E27FC236}">
                <a16:creationId xmlns:a16="http://schemas.microsoft.com/office/drawing/2014/main" id="{CD4F4823-A74D-0D93-DF7C-6247172E0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229" y="4367518"/>
            <a:ext cx="1084175" cy="113697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93DBF0-B164-F56A-7828-972131196791}"/>
              </a:ext>
            </a:extLst>
          </p:cNvPr>
          <p:cNvSpPr/>
          <p:nvPr/>
        </p:nvSpPr>
        <p:spPr>
          <a:xfrm>
            <a:off x="8564643" y="4170311"/>
            <a:ext cx="3473708" cy="1783637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pic>
        <p:nvPicPr>
          <p:cNvPr id="5" name="Graphic 4" descr="Advertising with solid fill">
            <a:extLst>
              <a:ext uri="{FF2B5EF4-FFF2-40B4-BE49-F238E27FC236}">
                <a16:creationId xmlns:a16="http://schemas.microsoft.com/office/drawing/2014/main" id="{3791A827-2765-2F43-53CF-1FA46AA85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1900" y="4453365"/>
            <a:ext cx="1219200" cy="1219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D2E85E-767A-E467-5AF5-40EDBDF9AC12}"/>
              </a:ext>
            </a:extLst>
          </p:cNvPr>
          <p:cNvSpPr txBox="1"/>
          <p:nvPr/>
        </p:nvSpPr>
        <p:spPr>
          <a:xfrm>
            <a:off x="9657154" y="5516911"/>
            <a:ext cx="2070467" cy="3383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2400" b="1" dirty="0">
                <a:latin typeface="Vodafone Rg" pitchFamily="34" charset="0"/>
              </a:rPr>
              <a:t>Compute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415BE3-E5B3-487B-2ABD-7341F59B5231}"/>
              </a:ext>
            </a:extLst>
          </p:cNvPr>
          <p:cNvSpPr/>
          <p:nvPr/>
        </p:nvSpPr>
        <p:spPr>
          <a:xfrm>
            <a:off x="4410453" y="4281842"/>
            <a:ext cx="3473708" cy="1783637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7521D4-1D27-3EDF-AADD-8DFA1958F7DD}"/>
              </a:ext>
            </a:extLst>
          </p:cNvPr>
          <p:cNvSpPr txBox="1"/>
          <p:nvPr/>
        </p:nvSpPr>
        <p:spPr>
          <a:xfrm>
            <a:off x="5762480" y="5591413"/>
            <a:ext cx="2070467" cy="3383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2400" b="1" dirty="0">
                <a:latin typeface="Vodafone Rg" pitchFamily="34" charset="0"/>
              </a:rPr>
              <a:t>Policy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DE6158D-99DB-63F1-8853-E1324911C9D4}"/>
              </a:ext>
            </a:extLst>
          </p:cNvPr>
          <p:cNvSpPr/>
          <p:nvPr/>
        </p:nvSpPr>
        <p:spPr>
          <a:xfrm>
            <a:off x="356598" y="4281842"/>
            <a:ext cx="3451967" cy="1783637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AAE0E8-4A9C-902B-9CE7-D092465ACECC}"/>
              </a:ext>
            </a:extLst>
          </p:cNvPr>
          <p:cNvSpPr txBox="1"/>
          <p:nvPr/>
        </p:nvSpPr>
        <p:spPr>
          <a:xfrm>
            <a:off x="1369896" y="5550354"/>
            <a:ext cx="2070467" cy="3383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2400" b="1" dirty="0">
                <a:latin typeface="Vodafone Rg" pitchFamily="34" charset="0"/>
              </a:rPr>
              <a:t>Cloud NW</a:t>
            </a:r>
          </a:p>
        </p:txBody>
      </p:sp>
      <p:pic>
        <p:nvPicPr>
          <p:cNvPr id="43" name="Graphic 42" descr="Internet Of Things with solid fill">
            <a:extLst>
              <a:ext uri="{FF2B5EF4-FFF2-40B4-BE49-F238E27FC236}">
                <a16:creationId xmlns:a16="http://schemas.microsoft.com/office/drawing/2014/main" id="{814B40A2-C139-5806-E653-69D2D5187E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0900" y="4385586"/>
            <a:ext cx="1219200" cy="1219200"/>
          </a:xfrm>
          <a:prstGeom prst="rect">
            <a:avLst/>
          </a:prstGeom>
        </p:spPr>
      </p:pic>
      <p:sp>
        <p:nvSpPr>
          <p:cNvPr id="45" name="Arrow: Right 44">
            <a:extLst>
              <a:ext uri="{FF2B5EF4-FFF2-40B4-BE49-F238E27FC236}">
                <a16:creationId xmlns:a16="http://schemas.microsoft.com/office/drawing/2014/main" id="{FCE7E6DE-38A2-BD46-48A8-1EA82BAC20E5}"/>
              </a:ext>
            </a:extLst>
          </p:cNvPr>
          <p:cNvSpPr/>
          <p:nvPr/>
        </p:nvSpPr>
        <p:spPr>
          <a:xfrm>
            <a:off x="7902179" y="4927683"/>
            <a:ext cx="747299" cy="340015"/>
          </a:xfrm>
          <a:prstGeom prst="rightArrow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CFEEEA-839C-AB8F-3286-5B701F1B3015}"/>
              </a:ext>
            </a:extLst>
          </p:cNvPr>
          <p:cNvSpPr/>
          <p:nvPr/>
        </p:nvSpPr>
        <p:spPr>
          <a:xfrm>
            <a:off x="8530134" y="1833396"/>
            <a:ext cx="3292924" cy="18775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64B5D5-352A-7792-C681-223F055B6771}"/>
              </a:ext>
            </a:extLst>
          </p:cNvPr>
          <p:cNvSpPr txBox="1"/>
          <p:nvPr/>
        </p:nvSpPr>
        <p:spPr>
          <a:xfrm>
            <a:off x="8908086" y="1969651"/>
            <a:ext cx="2657856" cy="5540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2400" b="1" dirty="0">
                <a:latin typeface="Vodafone Rg" pitchFamily="34" charset="0"/>
              </a:rPr>
              <a:t>VM </a:t>
            </a:r>
          </a:p>
          <a:p>
            <a:pPr algn="ctr"/>
            <a:r>
              <a:rPr lang="en-US" sz="2400" b="1" dirty="0">
                <a:latin typeface="Vodafone Rg" pitchFamily="34" charset="0"/>
              </a:rPr>
              <a:t>Provisioning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CEB3322-552D-4897-9D07-4EC5E1E024F3}"/>
              </a:ext>
            </a:extLst>
          </p:cNvPr>
          <p:cNvCxnSpPr/>
          <p:nvPr/>
        </p:nvCxnSpPr>
        <p:spPr>
          <a:xfrm>
            <a:off x="8908085" y="2723412"/>
            <a:ext cx="26578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8E66689-D857-E283-C306-EEB31C714430}"/>
              </a:ext>
            </a:extLst>
          </p:cNvPr>
          <p:cNvSpPr txBox="1"/>
          <p:nvPr/>
        </p:nvSpPr>
        <p:spPr>
          <a:xfrm>
            <a:off x="8725205" y="2772181"/>
            <a:ext cx="2962656" cy="707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n-US" sz="2400" dirty="0">
              <a:latin typeface="Vodafone Rg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0C832D6-A556-151D-5FFE-2FA54EC048C0}"/>
              </a:ext>
            </a:extLst>
          </p:cNvPr>
          <p:cNvSpPr/>
          <p:nvPr/>
        </p:nvSpPr>
        <p:spPr>
          <a:xfrm>
            <a:off x="4569415" y="1861591"/>
            <a:ext cx="3292924" cy="18775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146ED9-6AB1-E26B-8B36-526B4B8B36E2}"/>
              </a:ext>
            </a:extLst>
          </p:cNvPr>
          <p:cNvSpPr txBox="1"/>
          <p:nvPr/>
        </p:nvSpPr>
        <p:spPr>
          <a:xfrm>
            <a:off x="5385885" y="1912223"/>
            <a:ext cx="2327588" cy="70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2400" b="1" dirty="0">
                <a:latin typeface="Vodafone Rg" pitchFamily="34" charset="0"/>
              </a:rPr>
              <a:t>Security Provisioning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D1D3BE6-0B8E-19D5-3728-7B30E4042267}"/>
              </a:ext>
            </a:extLst>
          </p:cNvPr>
          <p:cNvCxnSpPr/>
          <p:nvPr/>
        </p:nvCxnSpPr>
        <p:spPr>
          <a:xfrm>
            <a:off x="5055616" y="2714752"/>
            <a:ext cx="26578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4D76E7D-DB53-502F-13F0-8064E6765094}"/>
              </a:ext>
            </a:extLst>
          </p:cNvPr>
          <p:cNvSpPr txBox="1"/>
          <p:nvPr/>
        </p:nvSpPr>
        <p:spPr>
          <a:xfrm>
            <a:off x="4872736" y="2763521"/>
            <a:ext cx="2962656" cy="707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n-US" sz="2400" dirty="0">
              <a:latin typeface="Vodafone Rg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6F8E527-D9DA-2629-C9F0-78B4D1C5F11E}"/>
              </a:ext>
            </a:extLst>
          </p:cNvPr>
          <p:cNvSpPr/>
          <p:nvPr/>
        </p:nvSpPr>
        <p:spPr>
          <a:xfrm>
            <a:off x="473116" y="1891793"/>
            <a:ext cx="3292924" cy="18775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dirty="0">
              <a:solidFill>
                <a:srgbClr val="34342B"/>
              </a:solidFill>
              <a:latin typeface="Vodafone Rg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3AE9CB-80C5-8620-BDC4-C4E47A240943}"/>
              </a:ext>
            </a:extLst>
          </p:cNvPr>
          <p:cNvSpPr txBox="1"/>
          <p:nvPr/>
        </p:nvSpPr>
        <p:spPr>
          <a:xfrm>
            <a:off x="1181336" y="2028048"/>
            <a:ext cx="2327588" cy="70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2400" b="1" dirty="0">
                <a:latin typeface="Vodafone Rg" pitchFamily="34" charset="0"/>
              </a:rPr>
              <a:t>Network</a:t>
            </a:r>
          </a:p>
          <a:p>
            <a:pPr algn="ctr"/>
            <a:r>
              <a:rPr lang="en-US" sz="2400" b="1" dirty="0">
                <a:latin typeface="Vodafone Rg" pitchFamily="34" charset="0"/>
              </a:rPr>
              <a:t>Provisioning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7609DCE-2AF8-705D-8054-28C16DFAD24D}"/>
              </a:ext>
            </a:extLst>
          </p:cNvPr>
          <p:cNvCxnSpPr/>
          <p:nvPr/>
        </p:nvCxnSpPr>
        <p:spPr>
          <a:xfrm>
            <a:off x="851067" y="2781809"/>
            <a:ext cx="26578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1165CCC-6127-7E00-28E0-53F2C9B6331E}"/>
              </a:ext>
            </a:extLst>
          </p:cNvPr>
          <p:cNvSpPr txBox="1"/>
          <p:nvPr/>
        </p:nvSpPr>
        <p:spPr>
          <a:xfrm>
            <a:off x="668187" y="2830578"/>
            <a:ext cx="2962656" cy="707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n-US" sz="2400" dirty="0">
              <a:latin typeface="Vodafone Rg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DBC2D7-B9D0-7449-A308-DC3F21E56C96}"/>
              </a:ext>
            </a:extLst>
          </p:cNvPr>
          <p:cNvSpPr txBox="1"/>
          <p:nvPr/>
        </p:nvSpPr>
        <p:spPr>
          <a:xfrm>
            <a:off x="572446" y="2888088"/>
            <a:ext cx="3292924" cy="70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latin typeface="Vodafone Rg" pitchFamily="34" charset="0"/>
              </a:rPr>
              <a:t>Landing Zone connectivity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latin typeface="Vodafone Rg" pitchFamily="34" charset="0"/>
              </a:rPr>
              <a:t>Terraform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83D185-BFF0-1A96-A06B-EC9C5B85A435}"/>
              </a:ext>
            </a:extLst>
          </p:cNvPr>
          <p:cNvSpPr txBox="1"/>
          <p:nvPr/>
        </p:nvSpPr>
        <p:spPr>
          <a:xfrm>
            <a:off x="4775201" y="2830577"/>
            <a:ext cx="2994084" cy="70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latin typeface="Vodafone Rg" pitchFamily="34" charset="0"/>
              </a:rPr>
              <a:t>Auto Policy push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latin typeface="Vodafone Rg" pitchFamily="34" charset="0"/>
              </a:rPr>
              <a:t>Azure DevOps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24772D-680A-DF78-6685-829FD1B286EA}"/>
              </a:ext>
            </a:extLst>
          </p:cNvPr>
          <p:cNvSpPr txBox="1"/>
          <p:nvPr/>
        </p:nvSpPr>
        <p:spPr>
          <a:xfrm>
            <a:off x="8666819" y="2881905"/>
            <a:ext cx="2994084" cy="70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latin typeface="Vodafone Rg" pitchFamily="34" charset="0"/>
              </a:rPr>
              <a:t>Landing Zone Compute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latin typeface="Vodafone Rg" pitchFamily="34" charset="0"/>
              </a:rPr>
              <a:t>Prov at scale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77193B-D9AC-DACD-9F3E-FF868C34145B}"/>
              </a:ext>
            </a:extLst>
          </p:cNvPr>
          <p:cNvSpPr txBox="1"/>
          <p:nvPr/>
        </p:nvSpPr>
        <p:spPr>
          <a:xfrm>
            <a:off x="621793" y="963169"/>
            <a:ext cx="11105828" cy="694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sz="2133" dirty="0">
                <a:latin typeface="Vodafone Rg" pitchFamily="34" charset="0"/>
              </a:rPr>
              <a:t>E2E Provisioning </a:t>
            </a:r>
          </a:p>
          <a:p>
            <a:r>
              <a:rPr lang="en-US" sz="2133" dirty="0">
                <a:latin typeface="Vodafone Rg" pitchFamily="34" charset="0"/>
              </a:rPr>
              <a:t>DCC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969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86D5A-312D-0DDC-BC99-339B19F1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7" y="227341"/>
            <a:ext cx="11887199" cy="60937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Existing DCC ALZ- Network Prospective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5F762E6-79A9-1F90-10F4-FA5BBB7FC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41722"/>
            <a:ext cx="11979796" cy="558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8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70A61335-8BF6-0905-B97D-A6458E55B482}"/>
              </a:ext>
            </a:extLst>
          </p:cNvPr>
          <p:cNvSpPr/>
          <p:nvPr/>
        </p:nvSpPr>
        <p:spPr>
          <a:xfrm>
            <a:off x="144379" y="914747"/>
            <a:ext cx="10661267" cy="5676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BC30ECB-110D-C979-4668-056E3259EE01}"/>
              </a:ext>
            </a:extLst>
          </p:cNvPr>
          <p:cNvSpPr/>
          <p:nvPr/>
        </p:nvSpPr>
        <p:spPr>
          <a:xfrm>
            <a:off x="80038" y="1058380"/>
            <a:ext cx="1599575" cy="2905758"/>
          </a:xfrm>
          <a:prstGeom prst="rect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6CDF7B-8D9A-1943-A608-E8D75CECC96F}"/>
              </a:ext>
            </a:extLst>
          </p:cNvPr>
          <p:cNvSpPr/>
          <p:nvPr/>
        </p:nvSpPr>
        <p:spPr>
          <a:xfrm>
            <a:off x="2497054" y="948219"/>
            <a:ext cx="1790602" cy="2977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92" name="Title 1">
            <a:extLst>
              <a:ext uri="{FF2B5EF4-FFF2-40B4-BE49-F238E27FC236}">
                <a16:creationId xmlns:a16="http://schemas.microsoft.com/office/drawing/2014/main" id="{56495703-036A-FF08-F6C0-BED3F5CB5BCF}"/>
              </a:ext>
            </a:extLst>
          </p:cNvPr>
          <p:cNvSpPr txBox="1">
            <a:spLocks/>
          </p:cNvSpPr>
          <p:nvPr/>
        </p:nvSpPr>
        <p:spPr bwMode="auto">
          <a:xfrm>
            <a:off x="324474" y="139923"/>
            <a:ext cx="9740208" cy="3212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Vodafone Rg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>
                    <a:lumMod val="65000"/>
                    <a:lumOff val="35000"/>
                  </a:srgbClr>
                </a:solidFill>
                <a:sym typeface="Webdings" panose="05030102010509060703" pitchFamily="18" charset="2"/>
              </a:rPr>
              <a:t>Azure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  </a:t>
            </a:r>
            <a:r>
              <a:rPr lang="de-DE" dirty="0">
                <a:solidFill>
                  <a:srgbClr val="E60000"/>
                </a:solidFill>
                <a:sym typeface="Webdings" panose="05030102010509060703" pitchFamily="18" charset="2"/>
              </a:rPr>
              <a:t>Terraform Demo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 | North-South &amp; East-West Connectivity | As-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is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E60000"/>
              </a:solidFill>
              <a:effectLst/>
              <a:uLnTx/>
              <a:uFillTx/>
              <a:latin typeface="Vodafone Rg" pitchFamily="34" charset="0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4B50A8-1AA2-15DD-7A4F-DC95C88522C9}"/>
              </a:ext>
            </a:extLst>
          </p:cNvPr>
          <p:cNvSpPr txBox="1">
            <a:spLocks/>
          </p:cNvSpPr>
          <p:nvPr/>
        </p:nvSpPr>
        <p:spPr>
          <a:xfrm>
            <a:off x="5745079" y="6591288"/>
            <a:ext cx="2743200" cy="1267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5D76A-9B6E-CD41-ABBE-F6C938295BA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odafone Rg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odafone Rg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1FE0F-A4CD-5524-96AB-85157EFC3D82}"/>
              </a:ext>
            </a:extLst>
          </p:cNvPr>
          <p:cNvSpPr/>
          <p:nvPr/>
        </p:nvSpPr>
        <p:spPr>
          <a:xfrm>
            <a:off x="6620607" y="975949"/>
            <a:ext cx="3842313" cy="2795953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1D2EA-B99F-258E-3E1B-D5003C93B9F5}"/>
              </a:ext>
            </a:extLst>
          </p:cNvPr>
          <p:cNvSpPr/>
          <p:nvPr/>
        </p:nvSpPr>
        <p:spPr>
          <a:xfrm>
            <a:off x="6690947" y="2417717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18287E-7561-08BC-537C-203833754AA7}"/>
              </a:ext>
            </a:extLst>
          </p:cNvPr>
          <p:cNvSpPr/>
          <p:nvPr/>
        </p:nvSpPr>
        <p:spPr>
          <a:xfrm>
            <a:off x="8277985" y="1839347"/>
            <a:ext cx="1023185" cy="1010743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DD295E-4F3D-2C9D-88DB-65E394CF3E6B}"/>
              </a:ext>
            </a:extLst>
          </p:cNvPr>
          <p:cNvSpPr/>
          <p:nvPr/>
        </p:nvSpPr>
        <p:spPr>
          <a:xfrm>
            <a:off x="8256263" y="1524713"/>
            <a:ext cx="1023185" cy="331177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16DAD-5949-9A6D-A3A2-F2D4F89AF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69" y="2687340"/>
            <a:ext cx="392723" cy="39272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4987CC1-1B8E-5694-C192-A8B82C1D9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616" y="2053294"/>
            <a:ext cx="580281" cy="580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DDAE71-1C0C-9E73-992B-963A78062ACC}"/>
              </a:ext>
            </a:extLst>
          </p:cNvPr>
          <p:cNvSpPr txBox="1"/>
          <p:nvPr/>
        </p:nvSpPr>
        <p:spPr>
          <a:xfrm>
            <a:off x="6773269" y="223571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Gateway Subnet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784AB6-6668-DEF6-6835-A5830CABE246}"/>
              </a:ext>
            </a:extLst>
          </p:cNvPr>
          <p:cNvSpPr txBox="1"/>
          <p:nvPr/>
        </p:nvSpPr>
        <p:spPr>
          <a:xfrm>
            <a:off x="6773269" y="24554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0B3FB-E71B-B8C8-3B96-17754652F8BF}"/>
              </a:ext>
            </a:extLst>
          </p:cNvPr>
          <p:cNvSpPr txBox="1"/>
          <p:nvPr/>
        </p:nvSpPr>
        <p:spPr>
          <a:xfrm>
            <a:off x="8295485" y="2719907"/>
            <a:ext cx="634161" cy="33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Azure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511DE-8227-22BF-EA07-AE182DAE6567}"/>
              </a:ext>
            </a:extLst>
          </p:cNvPr>
          <p:cNvSpPr txBox="1"/>
          <p:nvPr/>
        </p:nvSpPr>
        <p:spPr>
          <a:xfrm>
            <a:off x="8277985" y="1571878"/>
            <a:ext cx="1074300" cy="1088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Azure FW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FC4B0C-E13C-1E18-60EB-3A009BF72227}"/>
              </a:ext>
            </a:extLst>
          </p:cNvPr>
          <p:cNvSpPr/>
          <p:nvPr/>
        </p:nvSpPr>
        <p:spPr>
          <a:xfrm>
            <a:off x="3092515" y="1510248"/>
            <a:ext cx="530030" cy="659852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FFFEA2-4037-B237-FE69-ABB1C43BADFA}"/>
              </a:ext>
            </a:extLst>
          </p:cNvPr>
          <p:cNvSpPr txBox="1"/>
          <p:nvPr/>
        </p:nvSpPr>
        <p:spPr>
          <a:xfrm>
            <a:off x="2831363" y="1103260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Connectivity 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B24750-DB6F-8460-12AB-CF06F5583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1619169"/>
            <a:ext cx="392723" cy="39272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E33F128-E0E1-AE40-F4D0-227E51ABA391}"/>
              </a:ext>
            </a:extLst>
          </p:cNvPr>
          <p:cNvGrpSpPr/>
          <p:nvPr/>
        </p:nvGrpSpPr>
        <p:grpSpPr>
          <a:xfrm>
            <a:off x="6645043" y="3162598"/>
            <a:ext cx="383029" cy="315710"/>
            <a:chOff x="7536126" y="4930269"/>
            <a:chExt cx="522782" cy="46376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0B25CD1-F286-EEF3-ABA2-626553E86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3C5D0828-A83B-1610-5935-61D53C7FAD88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989AA5-DC01-249E-8EF8-C04B8F670C4C}"/>
              </a:ext>
            </a:extLst>
          </p:cNvPr>
          <p:cNvGrpSpPr/>
          <p:nvPr/>
        </p:nvGrpSpPr>
        <p:grpSpPr>
          <a:xfrm>
            <a:off x="4220482" y="4783271"/>
            <a:ext cx="3159370" cy="1703075"/>
            <a:chOff x="4220482" y="4783271"/>
            <a:chExt cx="3159370" cy="170307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097B796-0BFD-A593-0FC3-8A9176CD7014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55E5F5E-CE5C-529A-54B3-43320CC31E8F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38271F-E55B-57EC-BCC0-BB355C321A87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DF2C8BB-C39D-DA0D-3FD2-E958A7AD2C5B}"/>
                </a:ext>
              </a:extLst>
            </p:cNvPr>
            <p:cNvSpPr txBox="1"/>
            <p:nvPr/>
          </p:nvSpPr>
          <p:spPr>
            <a:xfrm>
              <a:off x="4378406" y="5966561"/>
              <a:ext cx="1682979" cy="17119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1200" b="1" dirty="0">
                  <a:latin typeface="Vodafone Rg" pitchFamily="34" charset="0"/>
                </a:rPr>
                <a:t>Local Market- Spoke-1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36D71B-5C0B-C5E0-2F3C-5DC4AA0E2329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F087E6-D825-26BC-4316-14C755A05BB8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6CD8400-729B-FC42-2123-6514A8EED556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E281CDF8-D489-33FE-C108-D101665A7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39" name="Arrow: Bent 38">
                <a:extLst>
                  <a:ext uri="{FF2B5EF4-FFF2-40B4-BE49-F238E27FC236}">
                    <a16:creationId xmlns:a16="http://schemas.microsoft.com/office/drawing/2014/main" id="{18F539A5-D0B1-B5FD-B356-3CAEB9923370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3BBA459-68AD-504A-43FF-6B54B2E65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FB98767-F202-9BF7-9D9D-33A6E51A5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C814589-0E03-3027-B0F0-DC260DEC71F8}"/>
              </a:ext>
            </a:extLst>
          </p:cNvPr>
          <p:cNvSpPr txBox="1"/>
          <p:nvPr/>
        </p:nvSpPr>
        <p:spPr>
          <a:xfrm>
            <a:off x="6665991" y="3495331"/>
            <a:ext cx="724162" cy="1996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Route Table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F63F63-AE77-CB78-82BC-9649FA32EA75}"/>
              </a:ext>
            </a:extLst>
          </p:cNvPr>
          <p:cNvGrpSpPr/>
          <p:nvPr/>
        </p:nvGrpSpPr>
        <p:grpSpPr>
          <a:xfrm>
            <a:off x="7839334" y="4782645"/>
            <a:ext cx="2998805" cy="1703075"/>
            <a:chOff x="4220482" y="4783271"/>
            <a:chExt cx="3159370" cy="170307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A0F280B-216A-6A25-1EC7-A307DFA2ABE3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4888B82-2EFF-8E40-2782-B3554B41B143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2377F9A-BD29-F4BB-20CA-44BCD6026926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F1D4952-4D3B-1DD6-1E98-1B628D62B239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DFC9297-6480-6B85-2904-A8FD96B8F070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9CB7B3D-44FE-DE15-8AAF-F256CB1E943A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E032871C-3B13-4B0C-75C9-0F21C3F2EC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55" name="Arrow: Bent 54">
                <a:extLst>
                  <a:ext uri="{FF2B5EF4-FFF2-40B4-BE49-F238E27FC236}">
                    <a16:creationId xmlns:a16="http://schemas.microsoft.com/office/drawing/2014/main" id="{66FEEAAB-BED9-703B-D5BE-C6105458C229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36805D2-8775-CBD2-BFFF-688E08BF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57688CB-5B42-BC86-49E6-773AA339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02E3DCF1-A669-D169-12D1-FBEFEA6CA1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8368" y="5935111"/>
            <a:ext cx="294146" cy="29414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26FAA0-EC7D-C38D-11E1-259DC177B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577" y="5958956"/>
            <a:ext cx="294146" cy="294146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09850E2-BF10-2DB5-910B-B25790748055}"/>
              </a:ext>
            </a:extLst>
          </p:cNvPr>
          <p:cNvCxnSpPr/>
          <p:nvPr/>
        </p:nvCxnSpPr>
        <p:spPr>
          <a:xfrm>
            <a:off x="9663195" y="3851034"/>
            <a:ext cx="0" cy="108987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5C62250-1FC9-D799-C71F-BA33AFAA79DB}"/>
              </a:ext>
            </a:extLst>
          </p:cNvPr>
          <p:cNvCxnSpPr/>
          <p:nvPr/>
        </p:nvCxnSpPr>
        <p:spPr>
          <a:xfrm>
            <a:off x="6768589" y="3771902"/>
            <a:ext cx="0" cy="108987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F669FD3-A488-A2AA-27BA-964AFA3ACE8E}"/>
              </a:ext>
            </a:extLst>
          </p:cNvPr>
          <p:cNvSpPr/>
          <p:nvPr/>
        </p:nvSpPr>
        <p:spPr>
          <a:xfrm>
            <a:off x="3138855" y="2980407"/>
            <a:ext cx="392722" cy="65224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6B0C9C-9316-F5DA-36E5-C48FFFBB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3124727"/>
            <a:ext cx="392723" cy="39272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594B481-9D60-0968-048B-75B56A1D1E68}"/>
              </a:ext>
            </a:extLst>
          </p:cNvPr>
          <p:cNvSpPr/>
          <p:nvPr/>
        </p:nvSpPr>
        <p:spPr>
          <a:xfrm>
            <a:off x="6712953" y="1165251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248E2E6-E791-5B0C-A442-91204403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775" y="1434874"/>
            <a:ext cx="392723" cy="3927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DE068946-AFA9-9EC9-B8CF-FF02B4B4949F}"/>
              </a:ext>
            </a:extLst>
          </p:cNvPr>
          <p:cNvGrpSpPr/>
          <p:nvPr/>
        </p:nvGrpSpPr>
        <p:grpSpPr>
          <a:xfrm>
            <a:off x="6667049" y="1910132"/>
            <a:ext cx="383029" cy="315710"/>
            <a:chOff x="7536126" y="4930269"/>
            <a:chExt cx="522782" cy="46376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B6FE8F7-1105-8AEF-60A9-87D12A938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60" name="Arrow: Bent 59">
              <a:extLst>
                <a:ext uri="{FF2B5EF4-FFF2-40B4-BE49-F238E27FC236}">
                  <a16:creationId xmlns:a16="http://schemas.microsoft.com/office/drawing/2014/main" id="{29D9B05D-20A0-5FB6-EBB0-CDCC24A5B001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DE1861D-06FB-68B4-847D-F0045CE09352}"/>
              </a:ext>
            </a:extLst>
          </p:cNvPr>
          <p:cNvCxnSpPr/>
          <p:nvPr/>
        </p:nvCxnSpPr>
        <p:spPr>
          <a:xfrm>
            <a:off x="3789485" y="1680715"/>
            <a:ext cx="2743199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7A0C6C-514A-2AF4-F873-46FAF6A3031D}"/>
              </a:ext>
            </a:extLst>
          </p:cNvPr>
          <p:cNvCxnSpPr>
            <a:cxnSpLocks/>
          </p:cNvCxnSpPr>
          <p:nvPr/>
        </p:nvCxnSpPr>
        <p:spPr>
          <a:xfrm flipV="1">
            <a:off x="3839817" y="3512907"/>
            <a:ext cx="2805226" cy="3949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B8C3592-741B-5151-1A30-E03E06D85268}"/>
              </a:ext>
            </a:extLst>
          </p:cNvPr>
          <p:cNvSpPr/>
          <p:nvPr/>
        </p:nvSpPr>
        <p:spPr>
          <a:xfrm>
            <a:off x="128633" y="2100904"/>
            <a:ext cx="1198970" cy="830390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</a:t>
            </a: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5BE6D67-194B-EDB3-0B05-7DD65C7DE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94" y="2258959"/>
            <a:ext cx="433968" cy="433967"/>
          </a:xfrm>
          <a:prstGeom prst="rect">
            <a:avLst/>
          </a:prstGeom>
        </p:spPr>
      </p:pic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41D0F1F-10EC-0AAB-A055-4A9C0F4AA092}"/>
              </a:ext>
            </a:extLst>
          </p:cNvPr>
          <p:cNvSpPr/>
          <p:nvPr/>
        </p:nvSpPr>
        <p:spPr>
          <a:xfrm>
            <a:off x="1318661" y="2666198"/>
            <a:ext cx="8210741" cy="2136808"/>
          </a:xfrm>
          <a:custGeom>
            <a:avLst/>
            <a:gdLst>
              <a:gd name="connsiteX0" fmla="*/ 0 w 8210741"/>
              <a:gd name="connsiteY0" fmla="*/ 38501 h 2136808"/>
              <a:gd name="connsiteX1" fmla="*/ 288758 w 8210741"/>
              <a:gd name="connsiteY1" fmla="*/ 19250 h 2136808"/>
              <a:gd name="connsiteX2" fmla="*/ 404261 w 8210741"/>
              <a:gd name="connsiteY2" fmla="*/ 0 h 2136808"/>
              <a:gd name="connsiteX3" fmla="*/ 1145406 w 8210741"/>
              <a:gd name="connsiteY3" fmla="*/ 9625 h 2136808"/>
              <a:gd name="connsiteX4" fmla="*/ 1963554 w 8210741"/>
              <a:gd name="connsiteY4" fmla="*/ 0 h 2136808"/>
              <a:gd name="connsiteX5" fmla="*/ 2877954 w 8210741"/>
              <a:gd name="connsiteY5" fmla="*/ 28876 h 2136808"/>
              <a:gd name="connsiteX6" fmla="*/ 3099335 w 8210741"/>
              <a:gd name="connsiteY6" fmla="*/ 38501 h 2136808"/>
              <a:gd name="connsiteX7" fmla="*/ 3763478 w 8210741"/>
              <a:gd name="connsiteY7" fmla="*/ 48126 h 2136808"/>
              <a:gd name="connsiteX8" fmla="*/ 4263992 w 8210741"/>
              <a:gd name="connsiteY8" fmla="*/ 67377 h 2136808"/>
              <a:gd name="connsiteX9" fmla="*/ 5014762 w 8210741"/>
              <a:gd name="connsiteY9" fmla="*/ 57751 h 2136808"/>
              <a:gd name="connsiteX10" fmla="*/ 5428648 w 8210741"/>
              <a:gd name="connsiteY10" fmla="*/ 38501 h 2136808"/>
              <a:gd name="connsiteX11" fmla="*/ 6323798 w 8210741"/>
              <a:gd name="connsiteY11" fmla="*/ 57751 h 2136808"/>
              <a:gd name="connsiteX12" fmla="*/ 6458552 w 8210741"/>
              <a:gd name="connsiteY12" fmla="*/ 67377 h 2136808"/>
              <a:gd name="connsiteX13" fmla="*/ 7238198 w 8210741"/>
              <a:gd name="connsiteY13" fmla="*/ 96253 h 2136808"/>
              <a:gd name="connsiteX14" fmla="*/ 7276699 w 8210741"/>
              <a:gd name="connsiteY14" fmla="*/ 105878 h 2136808"/>
              <a:gd name="connsiteX15" fmla="*/ 7315200 w 8210741"/>
              <a:gd name="connsiteY15" fmla="*/ 163629 h 2136808"/>
              <a:gd name="connsiteX16" fmla="*/ 7334451 w 8210741"/>
              <a:gd name="connsiteY16" fmla="*/ 211756 h 2136808"/>
              <a:gd name="connsiteX17" fmla="*/ 7392202 w 8210741"/>
              <a:gd name="connsiteY17" fmla="*/ 336884 h 2136808"/>
              <a:gd name="connsiteX18" fmla="*/ 7421078 w 8210741"/>
              <a:gd name="connsiteY18" fmla="*/ 394636 h 2136808"/>
              <a:gd name="connsiteX19" fmla="*/ 7642459 w 8210741"/>
              <a:gd name="connsiteY19" fmla="*/ 712269 h 2136808"/>
              <a:gd name="connsiteX20" fmla="*/ 7748337 w 8210741"/>
              <a:gd name="connsiteY20" fmla="*/ 866274 h 2136808"/>
              <a:gd name="connsiteX21" fmla="*/ 7767587 w 8210741"/>
              <a:gd name="connsiteY21" fmla="*/ 895149 h 2136808"/>
              <a:gd name="connsiteX22" fmla="*/ 7960093 w 8210741"/>
              <a:gd name="connsiteY22" fmla="*/ 1232034 h 2136808"/>
              <a:gd name="connsiteX23" fmla="*/ 8027470 w 8210741"/>
              <a:gd name="connsiteY23" fmla="*/ 1347537 h 2136808"/>
              <a:gd name="connsiteX24" fmla="*/ 8037095 w 8210741"/>
              <a:gd name="connsiteY24" fmla="*/ 1405288 h 2136808"/>
              <a:gd name="connsiteX25" fmla="*/ 8056345 w 8210741"/>
              <a:gd name="connsiteY25" fmla="*/ 1453415 h 2136808"/>
              <a:gd name="connsiteX26" fmla="*/ 8065971 w 8210741"/>
              <a:gd name="connsiteY26" fmla="*/ 1636295 h 2136808"/>
              <a:gd name="connsiteX27" fmla="*/ 8094846 w 8210741"/>
              <a:gd name="connsiteY27" fmla="*/ 1780674 h 2136808"/>
              <a:gd name="connsiteX28" fmla="*/ 8123722 w 8210741"/>
              <a:gd name="connsiteY28" fmla="*/ 1876926 h 2136808"/>
              <a:gd name="connsiteX29" fmla="*/ 8133347 w 8210741"/>
              <a:gd name="connsiteY29" fmla="*/ 1944303 h 2136808"/>
              <a:gd name="connsiteX30" fmla="*/ 8152598 w 8210741"/>
              <a:gd name="connsiteY30" fmla="*/ 1982804 h 2136808"/>
              <a:gd name="connsiteX31" fmla="*/ 8171848 w 8210741"/>
              <a:gd name="connsiteY31" fmla="*/ 2030930 h 2136808"/>
              <a:gd name="connsiteX32" fmla="*/ 8210350 w 8210741"/>
              <a:gd name="connsiteY32" fmla="*/ 2127183 h 2136808"/>
              <a:gd name="connsiteX33" fmla="*/ 8210350 w 8210741"/>
              <a:gd name="connsiteY33" fmla="*/ 2136808 h 213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210741" h="2136808">
                <a:moveTo>
                  <a:pt x="0" y="38501"/>
                </a:moveTo>
                <a:cubicBezTo>
                  <a:pt x="96253" y="32084"/>
                  <a:pt x="192726" y="28396"/>
                  <a:pt x="288758" y="19250"/>
                </a:cubicBezTo>
                <a:cubicBezTo>
                  <a:pt x="327614" y="15549"/>
                  <a:pt x="404261" y="0"/>
                  <a:pt x="404261" y="0"/>
                </a:cubicBezTo>
                <a:cubicBezTo>
                  <a:pt x="926133" y="48926"/>
                  <a:pt x="511186" y="24261"/>
                  <a:pt x="1145406" y="9625"/>
                </a:cubicBezTo>
                <a:cubicBezTo>
                  <a:pt x="1418068" y="3333"/>
                  <a:pt x="1690838" y="3208"/>
                  <a:pt x="1963554" y="0"/>
                </a:cubicBezTo>
                <a:lnTo>
                  <a:pt x="2877954" y="28876"/>
                </a:lnTo>
                <a:cubicBezTo>
                  <a:pt x="2951748" y="32084"/>
                  <a:pt x="3025489" y="36896"/>
                  <a:pt x="3099335" y="38501"/>
                </a:cubicBezTo>
                <a:lnTo>
                  <a:pt x="3763478" y="48126"/>
                </a:lnTo>
                <a:cubicBezTo>
                  <a:pt x="3930316" y="54543"/>
                  <a:pt x="4097031" y="67377"/>
                  <a:pt x="4263992" y="67377"/>
                </a:cubicBezTo>
                <a:cubicBezTo>
                  <a:pt x="5497058" y="67377"/>
                  <a:pt x="4182888" y="29066"/>
                  <a:pt x="5014762" y="57751"/>
                </a:cubicBezTo>
                <a:cubicBezTo>
                  <a:pt x="5152724" y="51334"/>
                  <a:pt x="5290542" y="39734"/>
                  <a:pt x="5428648" y="38501"/>
                </a:cubicBezTo>
                <a:cubicBezTo>
                  <a:pt x="5656419" y="36467"/>
                  <a:pt x="6050301" y="43356"/>
                  <a:pt x="6323798" y="57751"/>
                </a:cubicBezTo>
                <a:cubicBezTo>
                  <a:pt x="6368768" y="60118"/>
                  <a:pt x="6413559" y="65483"/>
                  <a:pt x="6458552" y="67377"/>
                </a:cubicBezTo>
                <a:lnTo>
                  <a:pt x="7238198" y="96253"/>
                </a:lnTo>
                <a:cubicBezTo>
                  <a:pt x="7251032" y="99461"/>
                  <a:pt x="7265213" y="99315"/>
                  <a:pt x="7276699" y="105878"/>
                </a:cubicBezTo>
                <a:cubicBezTo>
                  <a:pt x="7308349" y="123963"/>
                  <a:pt x="7304550" y="135230"/>
                  <a:pt x="7315200" y="163629"/>
                </a:cubicBezTo>
                <a:cubicBezTo>
                  <a:pt x="7321267" y="179807"/>
                  <a:pt x="7328034" y="195714"/>
                  <a:pt x="7334451" y="211756"/>
                </a:cubicBezTo>
                <a:cubicBezTo>
                  <a:pt x="7351429" y="296646"/>
                  <a:pt x="7332784" y="232902"/>
                  <a:pt x="7392202" y="336884"/>
                </a:cubicBezTo>
                <a:cubicBezTo>
                  <a:pt x="7402880" y="355571"/>
                  <a:pt x="7409139" y="376728"/>
                  <a:pt x="7421078" y="394636"/>
                </a:cubicBezTo>
                <a:cubicBezTo>
                  <a:pt x="7492666" y="502017"/>
                  <a:pt x="7568615" y="606426"/>
                  <a:pt x="7642459" y="712269"/>
                </a:cubicBezTo>
                <a:cubicBezTo>
                  <a:pt x="7728865" y="836118"/>
                  <a:pt x="7684708" y="770830"/>
                  <a:pt x="7748337" y="866274"/>
                </a:cubicBezTo>
                <a:cubicBezTo>
                  <a:pt x="7754754" y="875899"/>
                  <a:pt x="7761848" y="885105"/>
                  <a:pt x="7767587" y="895149"/>
                </a:cubicBezTo>
                <a:cubicBezTo>
                  <a:pt x="7831756" y="1007444"/>
                  <a:pt x="7895086" y="1120222"/>
                  <a:pt x="7960093" y="1232034"/>
                </a:cubicBezTo>
                <a:cubicBezTo>
                  <a:pt x="8039711" y="1368977"/>
                  <a:pt x="7983359" y="1259317"/>
                  <a:pt x="8027470" y="1347537"/>
                </a:cubicBezTo>
                <a:cubicBezTo>
                  <a:pt x="8030678" y="1366787"/>
                  <a:pt x="8031960" y="1386460"/>
                  <a:pt x="8037095" y="1405288"/>
                </a:cubicBezTo>
                <a:cubicBezTo>
                  <a:pt x="8041641" y="1421957"/>
                  <a:pt x="8054202" y="1436270"/>
                  <a:pt x="8056345" y="1453415"/>
                </a:cubicBezTo>
                <a:cubicBezTo>
                  <a:pt x="8063917" y="1513988"/>
                  <a:pt x="8061103" y="1575445"/>
                  <a:pt x="8065971" y="1636295"/>
                </a:cubicBezTo>
                <a:cubicBezTo>
                  <a:pt x="8068936" y="1673352"/>
                  <a:pt x="8088829" y="1750587"/>
                  <a:pt x="8094846" y="1780674"/>
                </a:cubicBezTo>
                <a:cubicBezTo>
                  <a:pt x="8110824" y="1860565"/>
                  <a:pt x="8092809" y="1815097"/>
                  <a:pt x="8123722" y="1876926"/>
                </a:cubicBezTo>
                <a:cubicBezTo>
                  <a:pt x="8126930" y="1899385"/>
                  <a:pt x="8127378" y="1922415"/>
                  <a:pt x="8133347" y="1944303"/>
                </a:cubicBezTo>
                <a:cubicBezTo>
                  <a:pt x="8137122" y="1958146"/>
                  <a:pt x="8146770" y="1969692"/>
                  <a:pt x="8152598" y="1982804"/>
                </a:cubicBezTo>
                <a:cubicBezTo>
                  <a:pt x="8159615" y="1998593"/>
                  <a:pt x="8164831" y="2015141"/>
                  <a:pt x="8171848" y="2030930"/>
                </a:cubicBezTo>
                <a:cubicBezTo>
                  <a:pt x="8199112" y="2092274"/>
                  <a:pt x="8188063" y="2049181"/>
                  <a:pt x="8210350" y="2127183"/>
                </a:cubicBezTo>
                <a:cubicBezTo>
                  <a:pt x="8211231" y="2130268"/>
                  <a:pt x="8210350" y="2133600"/>
                  <a:pt x="8210350" y="2136808"/>
                </a:cubicBez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4C8B34-9949-81B2-9074-A4179E983CA1}"/>
              </a:ext>
            </a:extLst>
          </p:cNvPr>
          <p:cNvSpPr txBox="1"/>
          <p:nvPr/>
        </p:nvSpPr>
        <p:spPr>
          <a:xfrm>
            <a:off x="324474" y="2719907"/>
            <a:ext cx="746158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Machine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6F1CD23A-6332-83D5-58FB-F23BC07BA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50" y="1952257"/>
            <a:ext cx="355396" cy="367431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658A431-BF02-EF30-0622-E395F4DD927B}"/>
              </a:ext>
            </a:extLst>
          </p:cNvPr>
          <p:cNvSpPr txBox="1"/>
          <p:nvPr/>
        </p:nvSpPr>
        <p:spPr>
          <a:xfrm>
            <a:off x="6742658" y="11746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D490A009-2070-182A-B909-755B170081E6}"/>
              </a:ext>
            </a:extLst>
          </p:cNvPr>
          <p:cNvSpPr/>
          <p:nvPr/>
        </p:nvSpPr>
        <p:spPr>
          <a:xfrm>
            <a:off x="144379" y="936959"/>
            <a:ext cx="8992782" cy="1045845"/>
          </a:xfrm>
          <a:custGeom>
            <a:avLst/>
            <a:gdLst>
              <a:gd name="connsiteX0" fmla="*/ 0 w 8992782"/>
              <a:gd name="connsiteY0" fmla="*/ 1045845 h 1045845"/>
              <a:gd name="connsiteX1" fmla="*/ 596766 w 8992782"/>
              <a:gd name="connsiteY1" fmla="*/ 785963 h 1045845"/>
              <a:gd name="connsiteX2" fmla="*/ 1674796 w 8992782"/>
              <a:gd name="connsiteY2" fmla="*/ 73694 h 1045845"/>
              <a:gd name="connsiteX3" fmla="*/ 3811604 w 8992782"/>
              <a:gd name="connsiteY3" fmla="*/ 83319 h 1045845"/>
              <a:gd name="connsiteX4" fmla="*/ 5188017 w 8992782"/>
              <a:gd name="connsiteY4" fmla="*/ 6317 h 1045845"/>
              <a:gd name="connsiteX5" fmla="*/ 8431730 w 8992782"/>
              <a:gd name="connsiteY5" fmla="*/ 102569 h 1045845"/>
              <a:gd name="connsiteX6" fmla="*/ 8989996 w 8992782"/>
              <a:gd name="connsiteY6" fmla="*/ 872590 h 1045845"/>
              <a:gd name="connsiteX7" fmla="*/ 8989996 w 8992782"/>
              <a:gd name="connsiteY7" fmla="*/ 872590 h 1045845"/>
              <a:gd name="connsiteX8" fmla="*/ 8989996 w 8992782"/>
              <a:gd name="connsiteY8" fmla="*/ 872590 h 1045845"/>
              <a:gd name="connsiteX9" fmla="*/ 8989996 w 8992782"/>
              <a:gd name="connsiteY9" fmla="*/ 872590 h 104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2782" h="1045845">
                <a:moveTo>
                  <a:pt x="0" y="1045845"/>
                </a:moveTo>
                <a:cubicBezTo>
                  <a:pt x="158816" y="996916"/>
                  <a:pt x="317633" y="947988"/>
                  <a:pt x="596766" y="785963"/>
                </a:cubicBezTo>
                <a:cubicBezTo>
                  <a:pt x="875899" y="623938"/>
                  <a:pt x="1138990" y="190801"/>
                  <a:pt x="1674796" y="73694"/>
                </a:cubicBezTo>
                <a:cubicBezTo>
                  <a:pt x="2210602" y="-43413"/>
                  <a:pt x="3226067" y="94548"/>
                  <a:pt x="3811604" y="83319"/>
                </a:cubicBezTo>
                <a:cubicBezTo>
                  <a:pt x="4397141" y="72090"/>
                  <a:pt x="4417996" y="3109"/>
                  <a:pt x="5188017" y="6317"/>
                </a:cubicBezTo>
                <a:cubicBezTo>
                  <a:pt x="5958038" y="9525"/>
                  <a:pt x="7798067" y="-41810"/>
                  <a:pt x="8431730" y="102569"/>
                </a:cubicBezTo>
                <a:cubicBezTo>
                  <a:pt x="9065393" y="246948"/>
                  <a:pt x="8989996" y="872590"/>
                  <a:pt x="8989996" y="872590"/>
                </a:cubicBezTo>
                <a:lnTo>
                  <a:pt x="8989996" y="872590"/>
                </a:lnTo>
                <a:lnTo>
                  <a:pt x="8989996" y="872590"/>
                </a:lnTo>
                <a:lnTo>
                  <a:pt x="8989996" y="87259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A2C59B2-D2D6-A346-9150-0ED8356667AE}"/>
              </a:ext>
            </a:extLst>
          </p:cNvPr>
          <p:cNvCxnSpPr/>
          <p:nvPr/>
        </p:nvCxnSpPr>
        <p:spPr>
          <a:xfrm>
            <a:off x="3839817" y="1982804"/>
            <a:ext cx="2768670" cy="948490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FE894850-E33A-E2B6-9309-3C1216B155DD}"/>
              </a:ext>
            </a:extLst>
          </p:cNvPr>
          <p:cNvCxnSpPr>
            <a:cxnSpLocks/>
          </p:cNvCxnSpPr>
          <p:nvPr/>
        </p:nvCxnSpPr>
        <p:spPr>
          <a:xfrm flipV="1">
            <a:off x="3963127" y="1818265"/>
            <a:ext cx="2657480" cy="1234438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271AD34-6D9C-FBB9-3F4E-C5AE26F07FD8}"/>
              </a:ext>
            </a:extLst>
          </p:cNvPr>
          <p:cNvSpPr/>
          <p:nvPr/>
        </p:nvSpPr>
        <p:spPr>
          <a:xfrm>
            <a:off x="7036067" y="2826270"/>
            <a:ext cx="1848051" cy="1947861"/>
          </a:xfrm>
          <a:custGeom>
            <a:avLst/>
            <a:gdLst>
              <a:gd name="connsiteX0" fmla="*/ 0 w 1848051"/>
              <a:gd name="connsiteY0" fmla="*/ 1947861 h 1947861"/>
              <a:gd name="connsiteX1" fmla="*/ 423512 w 1848051"/>
              <a:gd name="connsiteY1" fmla="*/ 1235591 h 1947861"/>
              <a:gd name="connsiteX2" fmla="*/ 1270535 w 1848051"/>
              <a:gd name="connsiteY2" fmla="*/ 1033461 h 1947861"/>
              <a:gd name="connsiteX3" fmla="*/ 1540042 w 1848051"/>
              <a:gd name="connsiteY3" fmla="*/ 99810 h 1947861"/>
              <a:gd name="connsiteX4" fmla="*/ 1848051 w 1848051"/>
              <a:gd name="connsiteY4" fmla="*/ 70934 h 194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051" h="1947861">
                <a:moveTo>
                  <a:pt x="0" y="1947861"/>
                </a:moveTo>
                <a:cubicBezTo>
                  <a:pt x="105878" y="1667926"/>
                  <a:pt x="211756" y="1387991"/>
                  <a:pt x="423512" y="1235591"/>
                </a:cubicBezTo>
                <a:cubicBezTo>
                  <a:pt x="635268" y="1083191"/>
                  <a:pt x="1084447" y="1222758"/>
                  <a:pt x="1270535" y="1033461"/>
                </a:cubicBezTo>
                <a:cubicBezTo>
                  <a:pt x="1456623" y="844164"/>
                  <a:pt x="1443789" y="260231"/>
                  <a:pt x="1540042" y="99810"/>
                </a:cubicBezTo>
                <a:cubicBezTo>
                  <a:pt x="1636295" y="-60611"/>
                  <a:pt x="1742173" y="5161"/>
                  <a:pt x="1848051" y="70934"/>
                </a:cubicBez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D35F8C1B-5301-04D0-5344-349912219739}"/>
              </a:ext>
            </a:extLst>
          </p:cNvPr>
          <p:cNvSpPr/>
          <p:nvPr/>
        </p:nvSpPr>
        <p:spPr>
          <a:xfrm>
            <a:off x="4745255" y="3926058"/>
            <a:ext cx="4235116" cy="857698"/>
          </a:xfrm>
          <a:custGeom>
            <a:avLst/>
            <a:gdLst>
              <a:gd name="connsiteX0" fmla="*/ 0 w 4235116"/>
              <a:gd name="connsiteY0" fmla="*/ 742195 h 857698"/>
              <a:gd name="connsiteX1" fmla="*/ 721894 w 4235116"/>
              <a:gd name="connsiteY1" fmla="*/ 588190 h 857698"/>
              <a:gd name="connsiteX2" fmla="*/ 1078029 w 4235116"/>
              <a:gd name="connsiteY2" fmla="*/ 135803 h 857698"/>
              <a:gd name="connsiteX3" fmla="*/ 1799924 w 4235116"/>
              <a:gd name="connsiteY3" fmla="*/ 174304 h 857698"/>
              <a:gd name="connsiteX4" fmla="*/ 2242686 w 4235116"/>
              <a:gd name="connsiteY4" fmla="*/ 1049 h 857698"/>
              <a:gd name="connsiteX5" fmla="*/ 2762450 w 4235116"/>
              <a:gd name="connsiteY5" fmla="*/ 97302 h 857698"/>
              <a:gd name="connsiteX6" fmla="*/ 3330341 w 4235116"/>
              <a:gd name="connsiteY6" fmla="*/ 212805 h 857698"/>
              <a:gd name="connsiteX7" fmla="*/ 3493970 w 4235116"/>
              <a:gd name="connsiteY7" fmla="*/ 443811 h 857698"/>
              <a:gd name="connsiteX8" fmla="*/ 3917482 w 4235116"/>
              <a:gd name="connsiteY8" fmla="*/ 549689 h 857698"/>
              <a:gd name="connsiteX9" fmla="*/ 4109987 w 4235116"/>
              <a:gd name="connsiteY9" fmla="*/ 626691 h 857698"/>
              <a:gd name="connsiteX10" fmla="*/ 4235116 w 4235116"/>
              <a:gd name="connsiteY10" fmla="*/ 857698 h 857698"/>
              <a:gd name="connsiteX11" fmla="*/ 4235116 w 4235116"/>
              <a:gd name="connsiteY11" fmla="*/ 857698 h 85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35116" h="857698">
                <a:moveTo>
                  <a:pt x="0" y="742195"/>
                </a:moveTo>
                <a:cubicBezTo>
                  <a:pt x="271111" y="715725"/>
                  <a:pt x="542223" y="689255"/>
                  <a:pt x="721894" y="588190"/>
                </a:cubicBezTo>
                <a:cubicBezTo>
                  <a:pt x="901566" y="487125"/>
                  <a:pt x="898357" y="204784"/>
                  <a:pt x="1078029" y="135803"/>
                </a:cubicBezTo>
                <a:cubicBezTo>
                  <a:pt x="1257701" y="66822"/>
                  <a:pt x="1605815" y="196763"/>
                  <a:pt x="1799924" y="174304"/>
                </a:cubicBezTo>
                <a:cubicBezTo>
                  <a:pt x="1994034" y="151845"/>
                  <a:pt x="2082265" y="13883"/>
                  <a:pt x="2242686" y="1049"/>
                </a:cubicBezTo>
                <a:cubicBezTo>
                  <a:pt x="2403107" y="-11785"/>
                  <a:pt x="2762450" y="97302"/>
                  <a:pt x="2762450" y="97302"/>
                </a:cubicBezTo>
                <a:cubicBezTo>
                  <a:pt x="2943726" y="132595"/>
                  <a:pt x="3208421" y="155053"/>
                  <a:pt x="3330341" y="212805"/>
                </a:cubicBezTo>
                <a:cubicBezTo>
                  <a:pt x="3452261" y="270556"/>
                  <a:pt x="3396113" y="387664"/>
                  <a:pt x="3493970" y="443811"/>
                </a:cubicBezTo>
                <a:cubicBezTo>
                  <a:pt x="3591827" y="499958"/>
                  <a:pt x="3814813" y="519209"/>
                  <a:pt x="3917482" y="549689"/>
                </a:cubicBezTo>
                <a:cubicBezTo>
                  <a:pt x="4020151" y="580169"/>
                  <a:pt x="4057048" y="575356"/>
                  <a:pt x="4109987" y="626691"/>
                </a:cubicBezTo>
                <a:cubicBezTo>
                  <a:pt x="4162926" y="678026"/>
                  <a:pt x="4235116" y="857698"/>
                  <a:pt x="4235116" y="857698"/>
                </a:cubicBezTo>
                <a:lnTo>
                  <a:pt x="4235116" y="857698"/>
                </a:ln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013B265B-F739-1A32-6166-013159AA1D7A}"/>
              </a:ext>
            </a:extLst>
          </p:cNvPr>
          <p:cNvSpPr/>
          <p:nvPr/>
        </p:nvSpPr>
        <p:spPr>
          <a:xfrm>
            <a:off x="5707781" y="2804834"/>
            <a:ext cx="3677005" cy="1969297"/>
          </a:xfrm>
          <a:custGeom>
            <a:avLst/>
            <a:gdLst>
              <a:gd name="connsiteX0" fmla="*/ 0 w 3677005"/>
              <a:gd name="connsiteY0" fmla="*/ 1969297 h 1969297"/>
              <a:gd name="connsiteX1" fmla="*/ 587141 w 3677005"/>
              <a:gd name="connsiteY1" fmla="*/ 1488033 h 1969297"/>
              <a:gd name="connsiteX2" fmla="*/ 1463040 w 3677005"/>
              <a:gd name="connsiteY2" fmla="*/ 1257027 h 1969297"/>
              <a:gd name="connsiteX3" fmla="*/ 1828800 w 3677005"/>
              <a:gd name="connsiteY3" fmla="*/ 862391 h 1969297"/>
              <a:gd name="connsiteX4" fmla="*/ 2502568 w 3677005"/>
              <a:gd name="connsiteY4" fmla="*/ 718012 h 1969297"/>
              <a:gd name="connsiteX5" fmla="*/ 3118585 w 3677005"/>
              <a:gd name="connsiteY5" fmla="*/ 130871 h 1969297"/>
              <a:gd name="connsiteX6" fmla="*/ 3291840 w 3677005"/>
              <a:gd name="connsiteY6" fmla="*/ 53869 h 1969297"/>
              <a:gd name="connsiteX7" fmla="*/ 3445844 w 3677005"/>
              <a:gd name="connsiteY7" fmla="*/ 795014 h 1969297"/>
              <a:gd name="connsiteX8" fmla="*/ 3676851 w 3677005"/>
              <a:gd name="connsiteY8" fmla="*/ 1026021 h 1969297"/>
              <a:gd name="connsiteX9" fmla="*/ 3484345 w 3677005"/>
              <a:gd name="connsiteY9" fmla="*/ 1439907 h 1969297"/>
              <a:gd name="connsiteX10" fmla="*/ 3657600 w 3677005"/>
              <a:gd name="connsiteY10" fmla="*/ 1959671 h 1969297"/>
              <a:gd name="connsiteX11" fmla="*/ 3657600 w 3677005"/>
              <a:gd name="connsiteY11" fmla="*/ 1959671 h 196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77005" h="1969297">
                <a:moveTo>
                  <a:pt x="0" y="1969297"/>
                </a:moveTo>
                <a:cubicBezTo>
                  <a:pt x="171650" y="1788021"/>
                  <a:pt x="343301" y="1606745"/>
                  <a:pt x="587141" y="1488033"/>
                </a:cubicBezTo>
                <a:cubicBezTo>
                  <a:pt x="830981" y="1369321"/>
                  <a:pt x="1256097" y="1361301"/>
                  <a:pt x="1463040" y="1257027"/>
                </a:cubicBezTo>
                <a:cubicBezTo>
                  <a:pt x="1669983" y="1152753"/>
                  <a:pt x="1655545" y="952227"/>
                  <a:pt x="1828800" y="862391"/>
                </a:cubicBezTo>
                <a:cubicBezTo>
                  <a:pt x="2002055" y="772555"/>
                  <a:pt x="2287604" y="839932"/>
                  <a:pt x="2502568" y="718012"/>
                </a:cubicBezTo>
                <a:cubicBezTo>
                  <a:pt x="2717532" y="596092"/>
                  <a:pt x="2987040" y="241562"/>
                  <a:pt x="3118585" y="130871"/>
                </a:cubicBezTo>
                <a:cubicBezTo>
                  <a:pt x="3250130" y="20180"/>
                  <a:pt x="3237297" y="-56821"/>
                  <a:pt x="3291840" y="53869"/>
                </a:cubicBezTo>
                <a:cubicBezTo>
                  <a:pt x="3346383" y="164559"/>
                  <a:pt x="3381676" y="632989"/>
                  <a:pt x="3445844" y="795014"/>
                </a:cubicBezTo>
                <a:cubicBezTo>
                  <a:pt x="3510013" y="957039"/>
                  <a:pt x="3670434" y="918539"/>
                  <a:pt x="3676851" y="1026021"/>
                </a:cubicBezTo>
                <a:cubicBezTo>
                  <a:pt x="3683268" y="1133503"/>
                  <a:pt x="3487554" y="1284299"/>
                  <a:pt x="3484345" y="1439907"/>
                </a:cubicBezTo>
                <a:cubicBezTo>
                  <a:pt x="3481137" y="1595515"/>
                  <a:pt x="3657600" y="1959671"/>
                  <a:pt x="3657600" y="1959671"/>
                </a:cubicBezTo>
                <a:lnTo>
                  <a:pt x="3657600" y="1959671"/>
                </a:lnTo>
              </a:path>
            </a:pathLst>
          </a:custGeom>
          <a:ln w="9525" cap="flat" cmpd="sng" algn="ctr">
            <a:solidFill>
              <a:schemeClr val="accent2"/>
            </a:solidFill>
            <a:prstDash val="lg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093B2C7-ABF2-D867-5E8F-0782A306C5E2}"/>
              </a:ext>
            </a:extLst>
          </p:cNvPr>
          <p:cNvSpPr/>
          <p:nvPr/>
        </p:nvSpPr>
        <p:spPr>
          <a:xfrm>
            <a:off x="35128" y="1011550"/>
            <a:ext cx="3971313" cy="302244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1011837-5D1D-4AD1-F5F5-7AAB450D2554}"/>
              </a:ext>
            </a:extLst>
          </p:cNvPr>
          <p:cNvSpPr txBox="1"/>
          <p:nvPr/>
        </p:nvSpPr>
        <p:spPr>
          <a:xfrm>
            <a:off x="9312333" y="101155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Routable Hub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906371-0E19-B6BB-71B5-BBF193923358}"/>
              </a:ext>
            </a:extLst>
          </p:cNvPr>
          <p:cNvSpPr txBox="1"/>
          <p:nvPr/>
        </p:nvSpPr>
        <p:spPr>
          <a:xfrm>
            <a:off x="4352950" y="4968160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10.9.0.0/24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10E14C-1E04-99EA-E55D-4E707F4BE77A}"/>
              </a:ext>
            </a:extLst>
          </p:cNvPr>
          <p:cNvSpPr txBox="1"/>
          <p:nvPr/>
        </p:nvSpPr>
        <p:spPr>
          <a:xfrm>
            <a:off x="7989330" y="4946935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10.10.0.0/24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C0A6829-AA46-F4D5-4563-1B2BB6419F35}"/>
              </a:ext>
            </a:extLst>
          </p:cNvPr>
          <p:cNvSpPr/>
          <p:nvPr/>
        </p:nvSpPr>
        <p:spPr>
          <a:xfrm>
            <a:off x="2947277" y="1434874"/>
            <a:ext cx="827668" cy="2337028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269499A-39D0-8C5E-492F-719E1F0D0BB4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327603" y="1815531"/>
            <a:ext cx="1811251" cy="70037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17AE3F1-69C5-7EBD-AFA5-414D27B8A78C}"/>
              </a:ext>
            </a:extLst>
          </p:cNvPr>
          <p:cNvCxnSpPr>
            <a:cxnSpLocks/>
          </p:cNvCxnSpPr>
          <p:nvPr/>
        </p:nvCxnSpPr>
        <p:spPr>
          <a:xfrm>
            <a:off x="1345103" y="2522980"/>
            <a:ext cx="1779211" cy="8303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DF7AA1B-DCC1-92B7-6C63-F14C9638B0B7}"/>
              </a:ext>
            </a:extLst>
          </p:cNvPr>
          <p:cNvSpPr/>
          <p:nvPr/>
        </p:nvSpPr>
        <p:spPr>
          <a:xfrm>
            <a:off x="1203767" y="2417717"/>
            <a:ext cx="247146" cy="241408"/>
          </a:xfrm>
          <a:prstGeom prst="round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D985FB-1D15-BD71-B4DB-EEEA09520ECB}"/>
              </a:ext>
            </a:extLst>
          </p:cNvPr>
          <p:cNvSpPr txBox="1"/>
          <p:nvPr/>
        </p:nvSpPr>
        <p:spPr>
          <a:xfrm>
            <a:off x="180743" y="115330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VCI</a:t>
            </a:r>
            <a:r>
              <a:rPr lang="en-US" sz="1100" dirty="0">
                <a:latin typeface="Vodafone Rg" pitchFamily="34" charset="0"/>
              </a:rPr>
              <a:t> </a:t>
            </a:r>
            <a:r>
              <a:rPr lang="en-US" sz="1400" b="1" dirty="0">
                <a:latin typeface="Vodafone Rg" pitchFamily="34" charset="0"/>
              </a:rPr>
              <a:t>SWINDON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D427C8-3CCC-7460-8598-22A0CA89B1EF}"/>
              </a:ext>
            </a:extLst>
          </p:cNvPr>
          <p:cNvSpPr txBox="1"/>
          <p:nvPr/>
        </p:nvSpPr>
        <p:spPr>
          <a:xfrm>
            <a:off x="8049673" y="5966561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Local Market- Spoke-2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9E4FCE-5D97-F703-5B28-29BE8E78CA37}"/>
              </a:ext>
            </a:extLst>
          </p:cNvPr>
          <p:cNvSpPr txBox="1"/>
          <p:nvPr/>
        </p:nvSpPr>
        <p:spPr>
          <a:xfrm>
            <a:off x="3169279" y="2193100"/>
            <a:ext cx="640836" cy="365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SDWAN EDGES</a:t>
            </a:r>
          </a:p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AS VPN GW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659119-624B-99AF-6891-26CAB3D1FDA3}"/>
              </a:ext>
            </a:extLst>
          </p:cNvPr>
          <p:cNvSpPr txBox="1"/>
          <p:nvPr/>
        </p:nvSpPr>
        <p:spPr>
          <a:xfrm>
            <a:off x="3220338" y="3859534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10.7.0.0/16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64F9B3-12F7-86DE-4670-A91140ED490A}"/>
              </a:ext>
            </a:extLst>
          </p:cNvPr>
          <p:cNvSpPr txBox="1"/>
          <p:nvPr/>
        </p:nvSpPr>
        <p:spPr>
          <a:xfrm>
            <a:off x="188324" y="2923769"/>
            <a:ext cx="1022052" cy="211387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10.7.0.0/24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AEA9F1-7E25-E11A-3428-CE948890DF58}"/>
              </a:ext>
            </a:extLst>
          </p:cNvPr>
          <p:cNvSpPr txBox="1"/>
          <p:nvPr/>
        </p:nvSpPr>
        <p:spPr>
          <a:xfrm>
            <a:off x="9393358" y="3501311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10.5.0.0/16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A5FCD2-4345-729F-80AE-941206B9D7FC}"/>
              </a:ext>
            </a:extLst>
          </p:cNvPr>
          <p:cNvSpPr txBox="1"/>
          <p:nvPr/>
        </p:nvSpPr>
        <p:spPr>
          <a:xfrm>
            <a:off x="7960092" y="582927"/>
            <a:ext cx="1979253" cy="276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b="1" dirty="0">
                <a:latin typeface="Vodafone Rg" pitchFamily="34" charset="0"/>
              </a:rPr>
              <a:t>Dublin Azure Region</a:t>
            </a:r>
          </a:p>
        </p:txBody>
      </p:sp>
      <p:sp>
        <p:nvSpPr>
          <p:cNvPr id="88" name="Thought Bubble: Cloud 87">
            <a:extLst>
              <a:ext uri="{FF2B5EF4-FFF2-40B4-BE49-F238E27FC236}">
                <a16:creationId xmlns:a16="http://schemas.microsoft.com/office/drawing/2014/main" id="{97167625-F0BB-1EBC-C82F-7508D33B0D68}"/>
              </a:ext>
            </a:extLst>
          </p:cNvPr>
          <p:cNvSpPr/>
          <p:nvPr/>
        </p:nvSpPr>
        <p:spPr>
          <a:xfrm>
            <a:off x="10842514" y="884798"/>
            <a:ext cx="1205107" cy="1318928"/>
          </a:xfrm>
          <a:prstGeom prst="cloudCallou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INTERNET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3261B7D-A8AF-3DB2-0B57-FAAB5ED9199F}"/>
              </a:ext>
            </a:extLst>
          </p:cNvPr>
          <p:cNvCxnSpPr>
            <a:cxnSpLocks/>
          </p:cNvCxnSpPr>
          <p:nvPr/>
        </p:nvCxnSpPr>
        <p:spPr>
          <a:xfrm>
            <a:off x="9312333" y="1815531"/>
            <a:ext cx="1530181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DD1902C-B71D-B79D-1EE3-E0109997B05A}"/>
              </a:ext>
            </a:extLst>
          </p:cNvPr>
          <p:cNvSpPr txBox="1"/>
          <p:nvPr/>
        </p:nvSpPr>
        <p:spPr>
          <a:xfrm>
            <a:off x="1327340" y="4034375"/>
            <a:ext cx="1632098" cy="2378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1 (Azure uk south 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A399B3D-FC98-8E29-918D-EAAB19D20ADA}"/>
              </a:ext>
            </a:extLst>
          </p:cNvPr>
          <p:cNvSpPr txBox="1"/>
          <p:nvPr/>
        </p:nvSpPr>
        <p:spPr>
          <a:xfrm>
            <a:off x="9722883" y="3778034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7A1510E-DEA8-D076-6523-0AF76347EB36}"/>
              </a:ext>
            </a:extLst>
          </p:cNvPr>
          <p:cNvSpPr txBox="1"/>
          <p:nvPr/>
        </p:nvSpPr>
        <p:spPr>
          <a:xfrm>
            <a:off x="5241998" y="6240770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793245C-D5E3-8852-7EAE-F7B1367F2B9C}"/>
              </a:ext>
            </a:extLst>
          </p:cNvPr>
          <p:cNvSpPr txBox="1"/>
          <p:nvPr/>
        </p:nvSpPr>
        <p:spPr>
          <a:xfrm>
            <a:off x="9008393" y="6229257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6BC879-E56F-631D-43E9-85A0B640002C}"/>
              </a:ext>
            </a:extLst>
          </p:cNvPr>
          <p:cNvSpPr txBox="1"/>
          <p:nvPr/>
        </p:nvSpPr>
        <p:spPr>
          <a:xfrm>
            <a:off x="839136" y="576206"/>
            <a:ext cx="2460945" cy="2398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b="1" dirty="0">
                <a:latin typeface="Vodafone Rg" pitchFamily="34" charset="0"/>
              </a:rPr>
              <a:t>UK South Azure Region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D24788-ACBC-F322-E4E6-732A25C09E9C}"/>
              </a:ext>
            </a:extLst>
          </p:cNvPr>
          <p:cNvSpPr txBox="1"/>
          <p:nvPr/>
        </p:nvSpPr>
        <p:spPr>
          <a:xfrm>
            <a:off x="145734" y="3721537"/>
            <a:ext cx="1417801" cy="943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ON-PREM DC SITE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C50849AD-53DC-7AF5-F249-CE68B6EC3F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8118" y="3838625"/>
            <a:ext cx="1225550" cy="6413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58193CD-6B35-820D-F384-DF75F21C47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9448" y="3999518"/>
            <a:ext cx="1225550" cy="641350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33A264BE-31E0-2ED6-AB19-2587CAAF6EB5}"/>
              </a:ext>
            </a:extLst>
          </p:cNvPr>
          <p:cNvSpPr txBox="1"/>
          <p:nvPr/>
        </p:nvSpPr>
        <p:spPr>
          <a:xfrm>
            <a:off x="4823882" y="1489738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IPSEC + BGP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75A1728-5FB7-1D7C-F8EA-389A3FF84BA4}"/>
              </a:ext>
            </a:extLst>
          </p:cNvPr>
          <p:cNvSpPr txBox="1"/>
          <p:nvPr/>
        </p:nvSpPr>
        <p:spPr>
          <a:xfrm>
            <a:off x="4859839" y="3317758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IPSEC + BGP</a:t>
            </a:r>
          </a:p>
        </p:txBody>
      </p:sp>
    </p:spTree>
    <p:extLst>
      <p:ext uri="{BB962C8B-B14F-4D97-AF65-F5344CB8AC3E}">
        <p14:creationId xmlns:p14="http://schemas.microsoft.com/office/powerpoint/2010/main" val="306551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1BDE-C257-A428-6EDC-C57E5EC8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D1D9EC0F-33B2-F858-543B-A1D0BD29311D}"/>
              </a:ext>
            </a:extLst>
          </p:cNvPr>
          <p:cNvSpPr/>
          <p:nvPr/>
        </p:nvSpPr>
        <p:spPr>
          <a:xfrm>
            <a:off x="80039" y="914120"/>
            <a:ext cx="10661267" cy="5676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4AA1993-30C4-40C4-E299-CBBA927E4F05}"/>
              </a:ext>
            </a:extLst>
          </p:cNvPr>
          <p:cNvSpPr/>
          <p:nvPr/>
        </p:nvSpPr>
        <p:spPr>
          <a:xfrm>
            <a:off x="80038" y="1058380"/>
            <a:ext cx="1599575" cy="2905758"/>
          </a:xfrm>
          <a:prstGeom prst="rect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DB8E31-8247-21DD-0766-381625732885}"/>
              </a:ext>
            </a:extLst>
          </p:cNvPr>
          <p:cNvSpPr/>
          <p:nvPr/>
        </p:nvSpPr>
        <p:spPr>
          <a:xfrm>
            <a:off x="2497054" y="948219"/>
            <a:ext cx="1790602" cy="2977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92" name="Title 1">
            <a:extLst>
              <a:ext uri="{FF2B5EF4-FFF2-40B4-BE49-F238E27FC236}">
                <a16:creationId xmlns:a16="http://schemas.microsoft.com/office/drawing/2014/main" id="{C8BB6A4B-DE9E-0357-F09C-56199B4EAF50}"/>
              </a:ext>
            </a:extLst>
          </p:cNvPr>
          <p:cNvSpPr txBox="1">
            <a:spLocks/>
          </p:cNvSpPr>
          <p:nvPr/>
        </p:nvSpPr>
        <p:spPr bwMode="auto">
          <a:xfrm>
            <a:off x="324474" y="139923"/>
            <a:ext cx="10816592" cy="3678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Vodafone Rg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>
                    <a:lumMod val="65000"/>
                    <a:lumOff val="35000"/>
                  </a:srgbClr>
                </a:solidFill>
                <a:sym typeface="Webdings" panose="05030102010509060703" pitchFamily="18" charset="2"/>
              </a:rPr>
              <a:t>Azure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  </a:t>
            </a:r>
            <a:r>
              <a:rPr lang="de-DE" dirty="0">
                <a:solidFill>
                  <a:srgbClr val="E60000"/>
                </a:solidFill>
                <a:sym typeface="Webdings" panose="05030102010509060703" pitchFamily="18" charset="2"/>
              </a:rPr>
              <a:t>Terraform Demo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 | North-South &amp; East-West Connectivity | Spoke-3 Addition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E60000"/>
              </a:solidFill>
              <a:effectLst/>
              <a:uLnTx/>
              <a:uFillTx/>
              <a:latin typeface="Vodafone Rg" pitchFamily="34" charset="0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58EED0-3187-F2CD-0E02-B67E66B651C7}"/>
              </a:ext>
            </a:extLst>
          </p:cNvPr>
          <p:cNvSpPr txBox="1">
            <a:spLocks/>
          </p:cNvSpPr>
          <p:nvPr/>
        </p:nvSpPr>
        <p:spPr>
          <a:xfrm>
            <a:off x="5745079" y="6591288"/>
            <a:ext cx="2743200" cy="1267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5D76A-9B6E-CD41-ABBE-F6C938295BA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odafone Rg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odafone Rg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53A4D-3E58-841B-F94B-4C6B7871C4BB}"/>
              </a:ext>
            </a:extLst>
          </p:cNvPr>
          <p:cNvSpPr/>
          <p:nvPr/>
        </p:nvSpPr>
        <p:spPr>
          <a:xfrm>
            <a:off x="6620607" y="975949"/>
            <a:ext cx="3842313" cy="2795953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167062-580E-7BBD-143F-F2CFFF187569}"/>
              </a:ext>
            </a:extLst>
          </p:cNvPr>
          <p:cNvSpPr/>
          <p:nvPr/>
        </p:nvSpPr>
        <p:spPr>
          <a:xfrm>
            <a:off x="6690947" y="2417717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B8E2A-95C2-2ECD-FB99-A46206171B69}"/>
              </a:ext>
            </a:extLst>
          </p:cNvPr>
          <p:cNvSpPr/>
          <p:nvPr/>
        </p:nvSpPr>
        <p:spPr>
          <a:xfrm>
            <a:off x="8277985" y="1839347"/>
            <a:ext cx="1023185" cy="1010743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256E95-061C-5662-A86E-BEF8F1B982E4}"/>
              </a:ext>
            </a:extLst>
          </p:cNvPr>
          <p:cNvSpPr/>
          <p:nvPr/>
        </p:nvSpPr>
        <p:spPr>
          <a:xfrm>
            <a:off x="8256263" y="1524713"/>
            <a:ext cx="1023185" cy="331177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AE7210-47E3-223F-2DC1-B37845085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69" y="2687340"/>
            <a:ext cx="392723" cy="39272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1A8723A-270B-19FD-9829-A0C3DDB6D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616" y="2053294"/>
            <a:ext cx="580281" cy="580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66F17B-1009-AE7F-4D5C-3C827C7EE711}"/>
              </a:ext>
            </a:extLst>
          </p:cNvPr>
          <p:cNvSpPr txBox="1"/>
          <p:nvPr/>
        </p:nvSpPr>
        <p:spPr>
          <a:xfrm>
            <a:off x="6773269" y="223571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Gateway Subnet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5B512-5C2D-9ABA-6499-F1AC38215281}"/>
              </a:ext>
            </a:extLst>
          </p:cNvPr>
          <p:cNvSpPr txBox="1"/>
          <p:nvPr/>
        </p:nvSpPr>
        <p:spPr>
          <a:xfrm>
            <a:off x="6773269" y="24554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C73C3A-900B-77A1-A572-917D3B626F87}"/>
              </a:ext>
            </a:extLst>
          </p:cNvPr>
          <p:cNvSpPr txBox="1"/>
          <p:nvPr/>
        </p:nvSpPr>
        <p:spPr>
          <a:xfrm>
            <a:off x="8295485" y="2719907"/>
            <a:ext cx="634161" cy="33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Azure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500105-3498-7D27-7BE9-963DC3AE6660}"/>
              </a:ext>
            </a:extLst>
          </p:cNvPr>
          <p:cNvSpPr txBox="1"/>
          <p:nvPr/>
        </p:nvSpPr>
        <p:spPr>
          <a:xfrm>
            <a:off x="8277985" y="1571878"/>
            <a:ext cx="1074300" cy="1088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Azure FW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CB8024-EF38-6932-7E5D-3686399698AF}"/>
              </a:ext>
            </a:extLst>
          </p:cNvPr>
          <p:cNvSpPr/>
          <p:nvPr/>
        </p:nvSpPr>
        <p:spPr>
          <a:xfrm>
            <a:off x="3092515" y="1510248"/>
            <a:ext cx="530030" cy="659852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1962B-0548-CA23-273E-4C98D76610E9}"/>
              </a:ext>
            </a:extLst>
          </p:cNvPr>
          <p:cNvSpPr txBox="1"/>
          <p:nvPr/>
        </p:nvSpPr>
        <p:spPr>
          <a:xfrm>
            <a:off x="2831363" y="1103260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Connectivity 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AE167C-0ED4-9D1B-2E2C-99D30A26A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1619169"/>
            <a:ext cx="392723" cy="39272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D80DC6-8A7C-5129-4406-017A74C3B8A2}"/>
              </a:ext>
            </a:extLst>
          </p:cNvPr>
          <p:cNvGrpSpPr/>
          <p:nvPr/>
        </p:nvGrpSpPr>
        <p:grpSpPr>
          <a:xfrm>
            <a:off x="6645043" y="3162598"/>
            <a:ext cx="383029" cy="315710"/>
            <a:chOff x="7536126" y="4930269"/>
            <a:chExt cx="522782" cy="46376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100F74F-50EA-A0D3-590F-8B82E75DF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7EB1DB9B-8E32-A132-F054-83100B3A757E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7AF875-EDFD-FE30-B668-AAE4B1C0624D}"/>
              </a:ext>
            </a:extLst>
          </p:cNvPr>
          <p:cNvGrpSpPr/>
          <p:nvPr/>
        </p:nvGrpSpPr>
        <p:grpSpPr>
          <a:xfrm>
            <a:off x="903757" y="4820561"/>
            <a:ext cx="3159370" cy="1703075"/>
            <a:chOff x="4220482" y="4783271"/>
            <a:chExt cx="3159370" cy="170307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866E812-42EB-0C05-6C8E-9C5F187CE42A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C259D2-335A-F40B-7FC7-A542B675702D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C4BAEBA-05CB-82F3-8A8A-FF42D2DE4828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5820A4A-7CA7-5912-9417-8C8C41C91D7E}"/>
                </a:ext>
              </a:extLst>
            </p:cNvPr>
            <p:cNvSpPr txBox="1"/>
            <p:nvPr/>
          </p:nvSpPr>
          <p:spPr>
            <a:xfrm>
              <a:off x="4378406" y="5966561"/>
              <a:ext cx="1682979" cy="17119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1200" b="1" dirty="0">
                  <a:latin typeface="Vodafone Rg" pitchFamily="34" charset="0"/>
                </a:rPr>
                <a:t>Local Market- Spoke-1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B36072-B477-84A4-3E2A-E3A31547E63E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60C25B-B39C-1E64-3C6B-C6190433BB60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8BA6843-A730-8D4A-B27D-B9B1771D9923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BF790555-0FF9-FBFD-8984-ACA8D3CCF8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39" name="Arrow: Bent 38">
                <a:extLst>
                  <a:ext uri="{FF2B5EF4-FFF2-40B4-BE49-F238E27FC236}">
                    <a16:creationId xmlns:a16="http://schemas.microsoft.com/office/drawing/2014/main" id="{B56FDA86-C92C-33B4-2E05-BC14FE476119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9705B4C-FCFC-8EBE-797F-1F2965D02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E7C72B9-6C9A-A800-0273-BBEC83D93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825C727-18A6-34CC-69B1-C54074C74ABB}"/>
              </a:ext>
            </a:extLst>
          </p:cNvPr>
          <p:cNvSpPr txBox="1"/>
          <p:nvPr/>
        </p:nvSpPr>
        <p:spPr>
          <a:xfrm>
            <a:off x="6665991" y="3495331"/>
            <a:ext cx="724162" cy="1996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Route Table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FA70BD-7659-C88D-4978-32CBA3F06558}"/>
              </a:ext>
            </a:extLst>
          </p:cNvPr>
          <p:cNvGrpSpPr/>
          <p:nvPr/>
        </p:nvGrpSpPr>
        <p:grpSpPr>
          <a:xfrm>
            <a:off x="4522609" y="4819935"/>
            <a:ext cx="2998805" cy="1703075"/>
            <a:chOff x="4220482" y="4783271"/>
            <a:chExt cx="3159370" cy="170307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54A4C01-B171-A121-F65B-9127BC2C7BDE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08EF21A-C9B8-7537-4528-3CECC343EBD8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232A2A9-3DAF-D310-5CC0-BF2D7992D578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317EFD1-83A7-C5EF-375F-44874098A4B5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3EBAA5A-4C4D-6234-1280-A0A66D960A68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7298378-1355-68BF-FD6E-E83472371420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71A716DC-F206-0370-9DFE-728547B5AB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55" name="Arrow: Bent 54">
                <a:extLst>
                  <a:ext uri="{FF2B5EF4-FFF2-40B4-BE49-F238E27FC236}">
                    <a16:creationId xmlns:a16="http://schemas.microsoft.com/office/drawing/2014/main" id="{012096FB-3EEC-3462-6B3D-D93521CF6636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63A1C31-141B-3B14-BD0E-2D8471039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61E3EB6-8E96-016F-72EA-E5341AEFA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39EC1738-94C4-261A-13B0-77B2FC101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1643" y="5972401"/>
            <a:ext cx="294146" cy="29414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98A7ACA-04F0-D51A-BCA2-0E986B175C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852" y="5996246"/>
            <a:ext cx="294146" cy="294146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83279B5-E959-75F8-CBBD-AF49C9629154}"/>
              </a:ext>
            </a:extLst>
          </p:cNvPr>
          <p:cNvCxnSpPr>
            <a:cxnSpLocks/>
          </p:cNvCxnSpPr>
          <p:nvPr/>
        </p:nvCxnSpPr>
        <p:spPr>
          <a:xfrm>
            <a:off x="9663195" y="3851034"/>
            <a:ext cx="3984" cy="101074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CD597B-A19A-B634-7F2D-9403C242FF37}"/>
              </a:ext>
            </a:extLst>
          </p:cNvPr>
          <p:cNvCxnSpPr>
            <a:cxnSpLocks/>
          </p:cNvCxnSpPr>
          <p:nvPr/>
        </p:nvCxnSpPr>
        <p:spPr>
          <a:xfrm>
            <a:off x="6768589" y="3771902"/>
            <a:ext cx="4680" cy="121232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4378A54-C186-4CCD-F154-B74FADA429A7}"/>
              </a:ext>
            </a:extLst>
          </p:cNvPr>
          <p:cNvSpPr/>
          <p:nvPr/>
        </p:nvSpPr>
        <p:spPr>
          <a:xfrm>
            <a:off x="3138855" y="2980407"/>
            <a:ext cx="392722" cy="65224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7F1DC55-F09F-326C-564B-0BB2460F0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3124727"/>
            <a:ext cx="392723" cy="39272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7C30D68-CDAA-6752-10A6-CF203E57AA5D}"/>
              </a:ext>
            </a:extLst>
          </p:cNvPr>
          <p:cNvSpPr/>
          <p:nvPr/>
        </p:nvSpPr>
        <p:spPr>
          <a:xfrm>
            <a:off x="6712953" y="1165251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84031EB-CD7F-7424-7007-9CD9BE801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775" y="1434874"/>
            <a:ext cx="392723" cy="3927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F5AC172-935E-3A87-33B4-5D6085D0C424}"/>
              </a:ext>
            </a:extLst>
          </p:cNvPr>
          <p:cNvGrpSpPr/>
          <p:nvPr/>
        </p:nvGrpSpPr>
        <p:grpSpPr>
          <a:xfrm>
            <a:off x="6667049" y="1910132"/>
            <a:ext cx="383029" cy="315710"/>
            <a:chOff x="7536126" y="4930269"/>
            <a:chExt cx="522782" cy="46376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6C1BAB2-5A58-854C-9767-8341B53D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60" name="Arrow: Bent 59">
              <a:extLst>
                <a:ext uri="{FF2B5EF4-FFF2-40B4-BE49-F238E27FC236}">
                  <a16:creationId xmlns:a16="http://schemas.microsoft.com/office/drawing/2014/main" id="{DC1E5D7D-1612-322A-7A89-B876314FCD64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2100ED8-F34D-2DC5-2EA2-C34D6BBE4C74}"/>
              </a:ext>
            </a:extLst>
          </p:cNvPr>
          <p:cNvCxnSpPr/>
          <p:nvPr/>
        </p:nvCxnSpPr>
        <p:spPr>
          <a:xfrm>
            <a:off x="3789485" y="1680715"/>
            <a:ext cx="2743199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36B3854-A9EE-FFCF-E550-D1C66CFE0D82}"/>
              </a:ext>
            </a:extLst>
          </p:cNvPr>
          <p:cNvCxnSpPr>
            <a:cxnSpLocks/>
          </p:cNvCxnSpPr>
          <p:nvPr/>
        </p:nvCxnSpPr>
        <p:spPr>
          <a:xfrm flipV="1">
            <a:off x="3839817" y="3512907"/>
            <a:ext cx="2805226" cy="3949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68B35F87-F05A-5D3B-090C-A8F39993D9C5}"/>
              </a:ext>
            </a:extLst>
          </p:cNvPr>
          <p:cNvSpPr/>
          <p:nvPr/>
        </p:nvSpPr>
        <p:spPr>
          <a:xfrm>
            <a:off x="128633" y="2100904"/>
            <a:ext cx="1198970" cy="830390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</a:t>
            </a: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352B37D7-2970-8926-2383-0256D0839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94" y="2258959"/>
            <a:ext cx="433968" cy="433967"/>
          </a:xfrm>
          <a:prstGeom prst="rect">
            <a:avLst/>
          </a:prstGeom>
        </p:spPr>
      </p:pic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4D5C9A7-4A0E-3084-C808-69B7E439FA78}"/>
              </a:ext>
            </a:extLst>
          </p:cNvPr>
          <p:cNvSpPr/>
          <p:nvPr/>
        </p:nvSpPr>
        <p:spPr>
          <a:xfrm>
            <a:off x="1318661" y="2666198"/>
            <a:ext cx="8210741" cy="2136808"/>
          </a:xfrm>
          <a:custGeom>
            <a:avLst/>
            <a:gdLst>
              <a:gd name="connsiteX0" fmla="*/ 0 w 8210741"/>
              <a:gd name="connsiteY0" fmla="*/ 38501 h 2136808"/>
              <a:gd name="connsiteX1" fmla="*/ 288758 w 8210741"/>
              <a:gd name="connsiteY1" fmla="*/ 19250 h 2136808"/>
              <a:gd name="connsiteX2" fmla="*/ 404261 w 8210741"/>
              <a:gd name="connsiteY2" fmla="*/ 0 h 2136808"/>
              <a:gd name="connsiteX3" fmla="*/ 1145406 w 8210741"/>
              <a:gd name="connsiteY3" fmla="*/ 9625 h 2136808"/>
              <a:gd name="connsiteX4" fmla="*/ 1963554 w 8210741"/>
              <a:gd name="connsiteY4" fmla="*/ 0 h 2136808"/>
              <a:gd name="connsiteX5" fmla="*/ 2877954 w 8210741"/>
              <a:gd name="connsiteY5" fmla="*/ 28876 h 2136808"/>
              <a:gd name="connsiteX6" fmla="*/ 3099335 w 8210741"/>
              <a:gd name="connsiteY6" fmla="*/ 38501 h 2136808"/>
              <a:gd name="connsiteX7" fmla="*/ 3763478 w 8210741"/>
              <a:gd name="connsiteY7" fmla="*/ 48126 h 2136808"/>
              <a:gd name="connsiteX8" fmla="*/ 4263992 w 8210741"/>
              <a:gd name="connsiteY8" fmla="*/ 67377 h 2136808"/>
              <a:gd name="connsiteX9" fmla="*/ 5014762 w 8210741"/>
              <a:gd name="connsiteY9" fmla="*/ 57751 h 2136808"/>
              <a:gd name="connsiteX10" fmla="*/ 5428648 w 8210741"/>
              <a:gd name="connsiteY10" fmla="*/ 38501 h 2136808"/>
              <a:gd name="connsiteX11" fmla="*/ 6323798 w 8210741"/>
              <a:gd name="connsiteY11" fmla="*/ 57751 h 2136808"/>
              <a:gd name="connsiteX12" fmla="*/ 6458552 w 8210741"/>
              <a:gd name="connsiteY12" fmla="*/ 67377 h 2136808"/>
              <a:gd name="connsiteX13" fmla="*/ 7238198 w 8210741"/>
              <a:gd name="connsiteY13" fmla="*/ 96253 h 2136808"/>
              <a:gd name="connsiteX14" fmla="*/ 7276699 w 8210741"/>
              <a:gd name="connsiteY14" fmla="*/ 105878 h 2136808"/>
              <a:gd name="connsiteX15" fmla="*/ 7315200 w 8210741"/>
              <a:gd name="connsiteY15" fmla="*/ 163629 h 2136808"/>
              <a:gd name="connsiteX16" fmla="*/ 7334451 w 8210741"/>
              <a:gd name="connsiteY16" fmla="*/ 211756 h 2136808"/>
              <a:gd name="connsiteX17" fmla="*/ 7392202 w 8210741"/>
              <a:gd name="connsiteY17" fmla="*/ 336884 h 2136808"/>
              <a:gd name="connsiteX18" fmla="*/ 7421078 w 8210741"/>
              <a:gd name="connsiteY18" fmla="*/ 394636 h 2136808"/>
              <a:gd name="connsiteX19" fmla="*/ 7642459 w 8210741"/>
              <a:gd name="connsiteY19" fmla="*/ 712269 h 2136808"/>
              <a:gd name="connsiteX20" fmla="*/ 7748337 w 8210741"/>
              <a:gd name="connsiteY20" fmla="*/ 866274 h 2136808"/>
              <a:gd name="connsiteX21" fmla="*/ 7767587 w 8210741"/>
              <a:gd name="connsiteY21" fmla="*/ 895149 h 2136808"/>
              <a:gd name="connsiteX22" fmla="*/ 7960093 w 8210741"/>
              <a:gd name="connsiteY22" fmla="*/ 1232034 h 2136808"/>
              <a:gd name="connsiteX23" fmla="*/ 8027470 w 8210741"/>
              <a:gd name="connsiteY23" fmla="*/ 1347537 h 2136808"/>
              <a:gd name="connsiteX24" fmla="*/ 8037095 w 8210741"/>
              <a:gd name="connsiteY24" fmla="*/ 1405288 h 2136808"/>
              <a:gd name="connsiteX25" fmla="*/ 8056345 w 8210741"/>
              <a:gd name="connsiteY25" fmla="*/ 1453415 h 2136808"/>
              <a:gd name="connsiteX26" fmla="*/ 8065971 w 8210741"/>
              <a:gd name="connsiteY26" fmla="*/ 1636295 h 2136808"/>
              <a:gd name="connsiteX27" fmla="*/ 8094846 w 8210741"/>
              <a:gd name="connsiteY27" fmla="*/ 1780674 h 2136808"/>
              <a:gd name="connsiteX28" fmla="*/ 8123722 w 8210741"/>
              <a:gd name="connsiteY28" fmla="*/ 1876926 h 2136808"/>
              <a:gd name="connsiteX29" fmla="*/ 8133347 w 8210741"/>
              <a:gd name="connsiteY29" fmla="*/ 1944303 h 2136808"/>
              <a:gd name="connsiteX30" fmla="*/ 8152598 w 8210741"/>
              <a:gd name="connsiteY30" fmla="*/ 1982804 h 2136808"/>
              <a:gd name="connsiteX31" fmla="*/ 8171848 w 8210741"/>
              <a:gd name="connsiteY31" fmla="*/ 2030930 h 2136808"/>
              <a:gd name="connsiteX32" fmla="*/ 8210350 w 8210741"/>
              <a:gd name="connsiteY32" fmla="*/ 2127183 h 2136808"/>
              <a:gd name="connsiteX33" fmla="*/ 8210350 w 8210741"/>
              <a:gd name="connsiteY33" fmla="*/ 2136808 h 213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210741" h="2136808">
                <a:moveTo>
                  <a:pt x="0" y="38501"/>
                </a:moveTo>
                <a:cubicBezTo>
                  <a:pt x="96253" y="32084"/>
                  <a:pt x="192726" y="28396"/>
                  <a:pt x="288758" y="19250"/>
                </a:cubicBezTo>
                <a:cubicBezTo>
                  <a:pt x="327614" y="15549"/>
                  <a:pt x="404261" y="0"/>
                  <a:pt x="404261" y="0"/>
                </a:cubicBezTo>
                <a:cubicBezTo>
                  <a:pt x="926133" y="48926"/>
                  <a:pt x="511186" y="24261"/>
                  <a:pt x="1145406" y="9625"/>
                </a:cubicBezTo>
                <a:cubicBezTo>
                  <a:pt x="1418068" y="3333"/>
                  <a:pt x="1690838" y="3208"/>
                  <a:pt x="1963554" y="0"/>
                </a:cubicBezTo>
                <a:lnTo>
                  <a:pt x="2877954" y="28876"/>
                </a:lnTo>
                <a:cubicBezTo>
                  <a:pt x="2951748" y="32084"/>
                  <a:pt x="3025489" y="36896"/>
                  <a:pt x="3099335" y="38501"/>
                </a:cubicBezTo>
                <a:lnTo>
                  <a:pt x="3763478" y="48126"/>
                </a:lnTo>
                <a:cubicBezTo>
                  <a:pt x="3930316" y="54543"/>
                  <a:pt x="4097031" y="67377"/>
                  <a:pt x="4263992" y="67377"/>
                </a:cubicBezTo>
                <a:cubicBezTo>
                  <a:pt x="5497058" y="67377"/>
                  <a:pt x="4182888" y="29066"/>
                  <a:pt x="5014762" y="57751"/>
                </a:cubicBezTo>
                <a:cubicBezTo>
                  <a:pt x="5152724" y="51334"/>
                  <a:pt x="5290542" y="39734"/>
                  <a:pt x="5428648" y="38501"/>
                </a:cubicBezTo>
                <a:cubicBezTo>
                  <a:pt x="5656419" y="36467"/>
                  <a:pt x="6050301" y="43356"/>
                  <a:pt x="6323798" y="57751"/>
                </a:cubicBezTo>
                <a:cubicBezTo>
                  <a:pt x="6368768" y="60118"/>
                  <a:pt x="6413559" y="65483"/>
                  <a:pt x="6458552" y="67377"/>
                </a:cubicBezTo>
                <a:lnTo>
                  <a:pt x="7238198" y="96253"/>
                </a:lnTo>
                <a:cubicBezTo>
                  <a:pt x="7251032" y="99461"/>
                  <a:pt x="7265213" y="99315"/>
                  <a:pt x="7276699" y="105878"/>
                </a:cubicBezTo>
                <a:cubicBezTo>
                  <a:pt x="7308349" y="123963"/>
                  <a:pt x="7304550" y="135230"/>
                  <a:pt x="7315200" y="163629"/>
                </a:cubicBezTo>
                <a:cubicBezTo>
                  <a:pt x="7321267" y="179807"/>
                  <a:pt x="7328034" y="195714"/>
                  <a:pt x="7334451" y="211756"/>
                </a:cubicBezTo>
                <a:cubicBezTo>
                  <a:pt x="7351429" y="296646"/>
                  <a:pt x="7332784" y="232902"/>
                  <a:pt x="7392202" y="336884"/>
                </a:cubicBezTo>
                <a:cubicBezTo>
                  <a:pt x="7402880" y="355571"/>
                  <a:pt x="7409139" y="376728"/>
                  <a:pt x="7421078" y="394636"/>
                </a:cubicBezTo>
                <a:cubicBezTo>
                  <a:pt x="7492666" y="502017"/>
                  <a:pt x="7568615" y="606426"/>
                  <a:pt x="7642459" y="712269"/>
                </a:cubicBezTo>
                <a:cubicBezTo>
                  <a:pt x="7728865" y="836118"/>
                  <a:pt x="7684708" y="770830"/>
                  <a:pt x="7748337" y="866274"/>
                </a:cubicBezTo>
                <a:cubicBezTo>
                  <a:pt x="7754754" y="875899"/>
                  <a:pt x="7761848" y="885105"/>
                  <a:pt x="7767587" y="895149"/>
                </a:cubicBezTo>
                <a:cubicBezTo>
                  <a:pt x="7831756" y="1007444"/>
                  <a:pt x="7895086" y="1120222"/>
                  <a:pt x="7960093" y="1232034"/>
                </a:cubicBezTo>
                <a:cubicBezTo>
                  <a:pt x="8039711" y="1368977"/>
                  <a:pt x="7983359" y="1259317"/>
                  <a:pt x="8027470" y="1347537"/>
                </a:cubicBezTo>
                <a:cubicBezTo>
                  <a:pt x="8030678" y="1366787"/>
                  <a:pt x="8031960" y="1386460"/>
                  <a:pt x="8037095" y="1405288"/>
                </a:cubicBezTo>
                <a:cubicBezTo>
                  <a:pt x="8041641" y="1421957"/>
                  <a:pt x="8054202" y="1436270"/>
                  <a:pt x="8056345" y="1453415"/>
                </a:cubicBezTo>
                <a:cubicBezTo>
                  <a:pt x="8063917" y="1513988"/>
                  <a:pt x="8061103" y="1575445"/>
                  <a:pt x="8065971" y="1636295"/>
                </a:cubicBezTo>
                <a:cubicBezTo>
                  <a:pt x="8068936" y="1673352"/>
                  <a:pt x="8088829" y="1750587"/>
                  <a:pt x="8094846" y="1780674"/>
                </a:cubicBezTo>
                <a:cubicBezTo>
                  <a:pt x="8110824" y="1860565"/>
                  <a:pt x="8092809" y="1815097"/>
                  <a:pt x="8123722" y="1876926"/>
                </a:cubicBezTo>
                <a:cubicBezTo>
                  <a:pt x="8126930" y="1899385"/>
                  <a:pt x="8127378" y="1922415"/>
                  <a:pt x="8133347" y="1944303"/>
                </a:cubicBezTo>
                <a:cubicBezTo>
                  <a:pt x="8137122" y="1958146"/>
                  <a:pt x="8146770" y="1969692"/>
                  <a:pt x="8152598" y="1982804"/>
                </a:cubicBezTo>
                <a:cubicBezTo>
                  <a:pt x="8159615" y="1998593"/>
                  <a:pt x="8164831" y="2015141"/>
                  <a:pt x="8171848" y="2030930"/>
                </a:cubicBezTo>
                <a:cubicBezTo>
                  <a:pt x="8199112" y="2092274"/>
                  <a:pt x="8188063" y="2049181"/>
                  <a:pt x="8210350" y="2127183"/>
                </a:cubicBezTo>
                <a:cubicBezTo>
                  <a:pt x="8211231" y="2130268"/>
                  <a:pt x="8210350" y="2133600"/>
                  <a:pt x="8210350" y="2136808"/>
                </a:cubicBez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5D06A9-D3C7-9FA6-A8D0-A441B417377D}"/>
              </a:ext>
            </a:extLst>
          </p:cNvPr>
          <p:cNvSpPr txBox="1"/>
          <p:nvPr/>
        </p:nvSpPr>
        <p:spPr>
          <a:xfrm>
            <a:off x="324474" y="2719907"/>
            <a:ext cx="746158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Machine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9AA502F-C2F5-3EB4-EBDB-5939B20A8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50" y="1952257"/>
            <a:ext cx="355396" cy="367431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9B06DC5E-9F5D-FD96-857B-30D86AD25148}"/>
              </a:ext>
            </a:extLst>
          </p:cNvPr>
          <p:cNvSpPr txBox="1"/>
          <p:nvPr/>
        </p:nvSpPr>
        <p:spPr>
          <a:xfrm>
            <a:off x="6742658" y="11746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C99C5846-1A07-0139-3A28-C62CF52D1B63}"/>
              </a:ext>
            </a:extLst>
          </p:cNvPr>
          <p:cNvSpPr/>
          <p:nvPr/>
        </p:nvSpPr>
        <p:spPr>
          <a:xfrm>
            <a:off x="144379" y="936959"/>
            <a:ext cx="8992782" cy="1045845"/>
          </a:xfrm>
          <a:custGeom>
            <a:avLst/>
            <a:gdLst>
              <a:gd name="connsiteX0" fmla="*/ 0 w 8992782"/>
              <a:gd name="connsiteY0" fmla="*/ 1045845 h 1045845"/>
              <a:gd name="connsiteX1" fmla="*/ 596766 w 8992782"/>
              <a:gd name="connsiteY1" fmla="*/ 785963 h 1045845"/>
              <a:gd name="connsiteX2" fmla="*/ 1674796 w 8992782"/>
              <a:gd name="connsiteY2" fmla="*/ 73694 h 1045845"/>
              <a:gd name="connsiteX3" fmla="*/ 3811604 w 8992782"/>
              <a:gd name="connsiteY3" fmla="*/ 83319 h 1045845"/>
              <a:gd name="connsiteX4" fmla="*/ 5188017 w 8992782"/>
              <a:gd name="connsiteY4" fmla="*/ 6317 h 1045845"/>
              <a:gd name="connsiteX5" fmla="*/ 8431730 w 8992782"/>
              <a:gd name="connsiteY5" fmla="*/ 102569 h 1045845"/>
              <a:gd name="connsiteX6" fmla="*/ 8989996 w 8992782"/>
              <a:gd name="connsiteY6" fmla="*/ 872590 h 1045845"/>
              <a:gd name="connsiteX7" fmla="*/ 8989996 w 8992782"/>
              <a:gd name="connsiteY7" fmla="*/ 872590 h 1045845"/>
              <a:gd name="connsiteX8" fmla="*/ 8989996 w 8992782"/>
              <a:gd name="connsiteY8" fmla="*/ 872590 h 1045845"/>
              <a:gd name="connsiteX9" fmla="*/ 8989996 w 8992782"/>
              <a:gd name="connsiteY9" fmla="*/ 872590 h 104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2782" h="1045845">
                <a:moveTo>
                  <a:pt x="0" y="1045845"/>
                </a:moveTo>
                <a:cubicBezTo>
                  <a:pt x="158816" y="996916"/>
                  <a:pt x="317633" y="947988"/>
                  <a:pt x="596766" y="785963"/>
                </a:cubicBezTo>
                <a:cubicBezTo>
                  <a:pt x="875899" y="623938"/>
                  <a:pt x="1138990" y="190801"/>
                  <a:pt x="1674796" y="73694"/>
                </a:cubicBezTo>
                <a:cubicBezTo>
                  <a:pt x="2210602" y="-43413"/>
                  <a:pt x="3226067" y="94548"/>
                  <a:pt x="3811604" y="83319"/>
                </a:cubicBezTo>
                <a:cubicBezTo>
                  <a:pt x="4397141" y="72090"/>
                  <a:pt x="4417996" y="3109"/>
                  <a:pt x="5188017" y="6317"/>
                </a:cubicBezTo>
                <a:cubicBezTo>
                  <a:pt x="5958038" y="9525"/>
                  <a:pt x="7798067" y="-41810"/>
                  <a:pt x="8431730" y="102569"/>
                </a:cubicBezTo>
                <a:cubicBezTo>
                  <a:pt x="9065393" y="246948"/>
                  <a:pt x="8989996" y="872590"/>
                  <a:pt x="8989996" y="872590"/>
                </a:cubicBezTo>
                <a:lnTo>
                  <a:pt x="8989996" y="872590"/>
                </a:lnTo>
                <a:lnTo>
                  <a:pt x="8989996" y="872590"/>
                </a:lnTo>
                <a:lnTo>
                  <a:pt x="8989996" y="87259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0B4F0097-306E-3BF9-5120-7E650E9FFD4B}"/>
              </a:ext>
            </a:extLst>
          </p:cNvPr>
          <p:cNvCxnSpPr/>
          <p:nvPr/>
        </p:nvCxnSpPr>
        <p:spPr>
          <a:xfrm>
            <a:off x="3839817" y="1982804"/>
            <a:ext cx="2768670" cy="948490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898C5DBF-8949-7458-3160-64B3BC8FC9EC}"/>
              </a:ext>
            </a:extLst>
          </p:cNvPr>
          <p:cNvCxnSpPr>
            <a:cxnSpLocks/>
          </p:cNvCxnSpPr>
          <p:nvPr/>
        </p:nvCxnSpPr>
        <p:spPr>
          <a:xfrm flipV="1">
            <a:off x="3963127" y="1818265"/>
            <a:ext cx="2657480" cy="1234438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160BBC4B-9DA2-625B-D011-74D5478F84FE}"/>
              </a:ext>
            </a:extLst>
          </p:cNvPr>
          <p:cNvSpPr/>
          <p:nvPr/>
        </p:nvSpPr>
        <p:spPr>
          <a:xfrm>
            <a:off x="7036067" y="2826270"/>
            <a:ext cx="1848051" cy="1947861"/>
          </a:xfrm>
          <a:custGeom>
            <a:avLst/>
            <a:gdLst>
              <a:gd name="connsiteX0" fmla="*/ 0 w 1848051"/>
              <a:gd name="connsiteY0" fmla="*/ 1947861 h 1947861"/>
              <a:gd name="connsiteX1" fmla="*/ 423512 w 1848051"/>
              <a:gd name="connsiteY1" fmla="*/ 1235591 h 1947861"/>
              <a:gd name="connsiteX2" fmla="*/ 1270535 w 1848051"/>
              <a:gd name="connsiteY2" fmla="*/ 1033461 h 1947861"/>
              <a:gd name="connsiteX3" fmla="*/ 1540042 w 1848051"/>
              <a:gd name="connsiteY3" fmla="*/ 99810 h 1947861"/>
              <a:gd name="connsiteX4" fmla="*/ 1848051 w 1848051"/>
              <a:gd name="connsiteY4" fmla="*/ 70934 h 194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051" h="1947861">
                <a:moveTo>
                  <a:pt x="0" y="1947861"/>
                </a:moveTo>
                <a:cubicBezTo>
                  <a:pt x="105878" y="1667926"/>
                  <a:pt x="211756" y="1387991"/>
                  <a:pt x="423512" y="1235591"/>
                </a:cubicBezTo>
                <a:cubicBezTo>
                  <a:pt x="635268" y="1083191"/>
                  <a:pt x="1084447" y="1222758"/>
                  <a:pt x="1270535" y="1033461"/>
                </a:cubicBezTo>
                <a:cubicBezTo>
                  <a:pt x="1456623" y="844164"/>
                  <a:pt x="1443789" y="260231"/>
                  <a:pt x="1540042" y="99810"/>
                </a:cubicBezTo>
                <a:cubicBezTo>
                  <a:pt x="1636295" y="-60611"/>
                  <a:pt x="1742173" y="5161"/>
                  <a:pt x="1848051" y="70934"/>
                </a:cubicBez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40F06881-9FFA-4479-D11D-B9E19C0CA5C9}"/>
              </a:ext>
            </a:extLst>
          </p:cNvPr>
          <p:cNvSpPr/>
          <p:nvPr/>
        </p:nvSpPr>
        <p:spPr>
          <a:xfrm>
            <a:off x="4745255" y="3926058"/>
            <a:ext cx="4235116" cy="857698"/>
          </a:xfrm>
          <a:custGeom>
            <a:avLst/>
            <a:gdLst>
              <a:gd name="connsiteX0" fmla="*/ 0 w 4235116"/>
              <a:gd name="connsiteY0" fmla="*/ 742195 h 857698"/>
              <a:gd name="connsiteX1" fmla="*/ 721894 w 4235116"/>
              <a:gd name="connsiteY1" fmla="*/ 588190 h 857698"/>
              <a:gd name="connsiteX2" fmla="*/ 1078029 w 4235116"/>
              <a:gd name="connsiteY2" fmla="*/ 135803 h 857698"/>
              <a:gd name="connsiteX3" fmla="*/ 1799924 w 4235116"/>
              <a:gd name="connsiteY3" fmla="*/ 174304 h 857698"/>
              <a:gd name="connsiteX4" fmla="*/ 2242686 w 4235116"/>
              <a:gd name="connsiteY4" fmla="*/ 1049 h 857698"/>
              <a:gd name="connsiteX5" fmla="*/ 2762450 w 4235116"/>
              <a:gd name="connsiteY5" fmla="*/ 97302 h 857698"/>
              <a:gd name="connsiteX6" fmla="*/ 3330341 w 4235116"/>
              <a:gd name="connsiteY6" fmla="*/ 212805 h 857698"/>
              <a:gd name="connsiteX7" fmla="*/ 3493970 w 4235116"/>
              <a:gd name="connsiteY7" fmla="*/ 443811 h 857698"/>
              <a:gd name="connsiteX8" fmla="*/ 3917482 w 4235116"/>
              <a:gd name="connsiteY8" fmla="*/ 549689 h 857698"/>
              <a:gd name="connsiteX9" fmla="*/ 4109987 w 4235116"/>
              <a:gd name="connsiteY9" fmla="*/ 626691 h 857698"/>
              <a:gd name="connsiteX10" fmla="*/ 4235116 w 4235116"/>
              <a:gd name="connsiteY10" fmla="*/ 857698 h 857698"/>
              <a:gd name="connsiteX11" fmla="*/ 4235116 w 4235116"/>
              <a:gd name="connsiteY11" fmla="*/ 857698 h 85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35116" h="857698">
                <a:moveTo>
                  <a:pt x="0" y="742195"/>
                </a:moveTo>
                <a:cubicBezTo>
                  <a:pt x="271111" y="715725"/>
                  <a:pt x="542223" y="689255"/>
                  <a:pt x="721894" y="588190"/>
                </a:cubicBezTo>
                <a:cubicBezTo>
                  <a:pt x="901566" y="487125"/>
                  <a:pt x="898357" y="204784"/>
                  <a:pt x="1078029" y="135803"/>
                </a:cubicBezTo>
                <a:cubicBezTo>
                  <a:pt x="1257701" y="66822"/>
                  <a:pt x="1605815" y="196763"/>
                  <a:pt x="1799924" y="174304"/>
                </a:cubicBezTo>
                <a:cubicBezTo>
                  <a:pt x="1994034" y="151845"/>
                  <a:pt x="2082265" y="13883"/>
                  <a:pt x="2242686" y="1049"/>
                </a:cubicBezTo>
                <a:cubicBezTo>
                  <a:pt x="2403107" y="-11785"/>
                  <a:pt x="2762450" y="97302"/>
                  <a:pt x="2762450" y="97302"/>
                </a:cubicBezTo>
                <a:cubicBezTo>
                  <a:pt x="2943726" y="132595"/>
                  <a:pt x="3208421" y="155053"/>
                  <a:pt x="3330341" y="212805"/>
                </a:cubicBezTo>
                <a:cubicBezTo>
                  <a:pt x="3452261" y="270556"/>
                  <a:pt x="3396113" y="387664"/>
                  <a:pt x="3493970" y="443811"/>
                </a:cubicBezTo>
                <a:cubicBezTo>
                  <a:pt x="3591827" y="499958"/>
                  <a:pt x="3814813" y="519209"/>
                  <a:pt x="3917482" y="549689"/>
                </a:cubicBezTo>
                <a:cubicBezTo>
                  <a:pt x="4020151" y="580169"/>
                  <a:pt x="4057048" y="575356"/>
                  <a:pt x="4109987" y="626691"/>
                </a:cubicBezTo>
                <a:cubicBezTo>
                  <a:pt x="4162926" y="678026"/>
                  <a:pt x="4235116" y="857698"/>
                  <a:pt x="4235116" y="857698"/>
                </a:cubicBezTo>
                <a:lnTo>
                  <a:pt x="4235116" y="857698"/>
                </a:ln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FC9C7A9B-4BFF-2B37-AA2D-1D95D95366D3}"/>
              </a:ext>
            </a:extLst>
          </p:cNvPr>
          <p:cNvSpPr/>
          <p:nvPr/>
        </p:nvSpPr>
        <p:spPr>
          <a:xfrm>
            <a:off x="5707781" y="2804834"/>
            <a:ext cx="3677005" cy="1969297"/>
          </a:xfrm>
          <a:custGeom>
            <a:avLst/>
            <a:gdLst>
              <a:gd name="connsiteX0" fmla="*/ 0 w 3677005"/>
              <a:gd name="connsiteY0" fmla="*/ 1969297 h 1969297"/>
              <a:gd name="connsiteX1" fmla="*/ 587141 w 3677005"/>
              <a:gd name="connsiteY1" fmla="*/ 1488033 h 1969297"/>
              <a:gd name="connsiteX2" fmla="*/ 1463040 w 3677005"/>
              <a:gd name="connsiteY2" fmla="*/ 1257027 h 1969297"/>
              <a:gd name="connsiteX3" fmla="*/ 1828800 w 3677005"/>
              <a:gd name="connsiteY3" fmla="*/ 862391 h 1969297"/>
              <a:gd name="connsiteX4" fmla="*/ 2502568 w 3677005"/>
              <a:gd name="connsiteY4" fmla="*/ 718012 h 1969297"/>
              <a:gd name="connsiteX5" fmla="*/ 3118585 w 3677005"/>
              <a:gd name="connsiteY5" fmla="*/ 130871 h 1969297"/>
              <a:gd name="connsiteX6" fmla="*/ 3291840 w 3677005"/>
              <a:gd name="connsiteY6" fmla="*/ 53869 h 1969297"/>
              <a:gd name="connsiteX7" fmla="*/ 3445844 w 3677005"/>
              <a:gd name="connsiteY7" fmla="*/ 795014 h 1969297"/>
              <a:gd name="connsiteX8" fmla="*/ 3676851 w 3677005"/>
              <a:gd name="connsiteY8" fmla="*/ 1026021 h 1969297"/>
              <a:gd name="connsiteX9" fmla="*/ 3484345 w 3677005"/>
              <a:gd name="connsiteY9" fmla="*/ 1439907 h 1969297"/>
              <a:gd name="connsiteX10" fmla="*/ 3657600 w 3677005"/>
              <a:gd name="connsiteY10" fmla="*/ 1959671 h 1969297"/>
              <a:gd name="connsiteX11" fmla="*/ 3657600 w 3677005"/>
              <a:gd name="connsiteY11" fmla="*/ 1959671 h 196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77005" h="1969297">
                <a:moveTo>
                  <a:pt x="0" y="1969297"/>
                </a:moveTo>
                <a:cubicBezTo>
                  <a:pt x="171650" y="1788021"/>
                  <a:pt x="343301" y="1606745"/>
                  <a:pt x="587141" y="1488033"/>
                </a:cubicBezTo>
                <a:cubicBezTo>
                  <a:pt x="830981" y="1369321"/>
                  <a:pt x="1256097" y="1361301"/>
                  <a:pt x="1463040" y="1257027"/>
                </a:cubicBezTo>
                <a:cubicBezTo>
                  <a:pt x="1669983" y="1152753"/>
                  <a:pt x="1655545" y="952227"/>
                  <a:pt x="1828800" y="862391"/>
                </a:cubicBezTo>
                <a:cubicBezTo>
                  <a:pt x="2002055" y="772555"/>
                  <a:pt x="2287604" y="839932"/>
                  <a:pt x="2502568" y="718012"/>
                </a:cubicBezTo>
                <a:cubicBezTo>
                  <a:pt x="2717532" y="596092"/>
                  <a:pt x="2987040" y="241562"/>
                  <a:pt x="3118585" y="130871"/>
                </a:cubicBezTo>
                <a:cubicBezTo>
                  <a:pt x="3250130" y="20180"/>
                  <a:pt x="3237297" y="-56821"/>
                  <a:pt x="3291840" y="53869"/>
                </a:cubicBezTo>
                <a:cubicBezTo>
                  <a:pt x="3346383" y="164559"/>
                  <a:pt x="3381676" y="632989"/>
                  <a:pt x="3445844" y="795014"/>
                </a:cubicBezTo>
                <a:cubicBezTo>
                  <a:pt x="3510013" y="957039"/>
                  <a:pt x="3670434" y="918539"/>
                  <a:pt x="3676851" y="1026021"/>
                </a:cubicBezTo>
                <a:cubicBezTo>
                  <a:pt x="3683268" y="1133503"/>
                  <a:pt x="3487554" y="1284299"/>
                  <a:pt x="3484345" y="1439907"/>
                </a:cubicBezTo>
                <a:cubicBezTo>
                  <a:pt x="3481137" y="1595515"/>
                  <a:pt x="3657600" y="1959671"/>
                  <a:pt x="3657600" y="1959671"/>
                </a:cubicBezTo>
                <a:lnTo>
                  <a:pt x="3657600" y="1959671"/>
                </a:lnTo>
              </a:path>
            </a:pathLst>
          </a:custGeom>
          <a:ln w="9525" cap="flat" cmpd="sng" algn="ctr">
            <a:solidFill>
              <a:schemeClr val="accent2"/>
            </a:solidFill>
            <a:prstDash val="lg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A3BD2BD-EFA9-6CD2-25BB-F37A0ED3942E}"/>
              </a:ext>
            </a:extLst>
          </p:cNvPr>
          <p:cNvSpPr/>
          <p:nvPr/>
        </p:nvSpPr>
        <p:spPr>
          <a:xfrm>
            <a:off x="35128" y="1011550"/>
            <a:ext cx="3971313" cy="302244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C911B0B-792B-0F37-7AFF-712C13F3CC2D}"/>
              </a:ext>
            </a:extLst>
          </p:cNvPr>
          <p:cNvSpPr txBox="1"/>
          <p:nvPr/>
        </p:nvSpPr>
        <p:spPr>
          <a:xfrm>
            <a:off x="9312333" y="101155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Routable Hub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3E859-EBAC-D337-BB4A-712948D5AAA3}"/>
              </a:ext>
            </a:extLst>
          </p:cNvPr>
          <p:cNvSpPr txBox="1"/>
          <p:nvPr/>
        </p:nvSpPr>
        <p:spPr>
          <a:xfrm>
            <a:off x="1036225" y="5005450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10.9.0.0/24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D6D3CE-A91A-C74C-CB52-FD4431C6F457}"/>
              </a:ext>
            </a:extLst>
          </p:cNvPr>
          <p:cNvSpPr txBox="1"/>
          <p:nvPr/>
        </p:nvSpPr>
        <p:spPr>
          <a:xfrm>
            <a:off x="4672605" y="4984225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10.10.0.0/24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CF7C49-F5F4-E1A9-6777-9DFC1FAAC07B}"/>
              </a:ext>
            </a:extLst>
          </p:cNvPr>
          <p:cNvSpPr/>
          <p:nvPr/>
        </p:nvSpPr>
        <p:spPr>
          <a:xfrm>
            <a:off x="2947277" y="1434874"/>
            <a:ext cx="827668" cy="2337028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EC889F-CEA4-9305-74FF-66C92FED8180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327603" y="1815531"/>
            <a:ext cx="1811251" cy="70037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3F1B42B-6232-773F-5C7A-3B33D7A1FCE9}"/>
              </a:ext>
            </a:extLst>
          </p:cNvPr>
          <p:cNvCxnSpPr>
            <a:cxnSpLocks/>
          </p:cNvCxnSpPr>
          <p:nvPr/>
        </p:nvCxnSpPr>
        <p:spPr>
          <a:xfrm>
            <a:off x="1345103" y="2522980"/>
            <a:ext cx="1779211" cy="8303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33173B0-4138-74A1-A2DC-5454B0525CC9}"/>
              </a:ext>
            </a:extLst>
          </p:cNvPr>
          <p:cNvSpPr/>
          <p:nvPr/>
        </p:nvSpPr>
        <p:spPr>
          <a:xfrm>
            <a:off x="1203767" y="2417717"/>
            <a:ext cx="247146" cy="241408"/>
          </a:xfrm>
          <a:prstGeom prst="round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45AE43-F6C2-E303-A634-B13515497D21}"/>
              </a:ext>
            </a:extLst>
          </p:cNvPr>
          <p:cNvSpPr txBox="1"/>
          <p:nvPr/>
        </p:nvSpPr>
        <p:spPr>
          <a:xfrm>
            <a:off x="180743" y="115330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VCI</a:t>
            </a:r>
            <a:r>
              <a:rPr lang="en-US" sz="1100" dirty="0">
                <a:latin typeface="Vodafone Rg" pitchFamily="34" charset="0"/>
              </a:rPr>
              <a:t> </a:t>
            </a:r>
            <a:r>
              <a:rPr lang="en-US" sz="1400" b="1" dirty="0">
                <a:latin typeface="Vodafone Rg" pitchFamily="34" charset="0"/>
              </a:rPr>
              <a:t>SWINDON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5BD221-BA4E-E1F9-E8D5-FEE187C758F4}"/>
              </a:ext>
            </a:extLst>
          </p:cNvPr>
          <p:cNvSpPr txBox="1"/>
          <p:nvPr/>
        </p:nvSpPr>
        <p:spPr>
          <a:xfrm>
            <a:off x="4732948" y="6003851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Local Market- Spoke-2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FE0D5D-B5E6-B67E-EF9E-DFC497181FF7}"/>
              </a:ext>
            </a:extLst>
          </p:cNvPr>
          <p:cNvSpPr txBox="1"/>
          <p:nvPr/>
        </p:nvSpPr>
        <p:spPr>
          <a:xfrm>
            <a:off x="145734" y="3721537"/>
            <a:ext cx="1417801" cy="943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ON-PREM DC SITE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4ADC9D-6708-2F8D-7DD7-F44D6BFEBD7A}"/>
              </a:ext>
            </a:extLst>
          </p:cNvPr>
          <p:cNvSpPr txBox="1"/>
          <p:nvPr/>
        </p:nvSpPr>
        <p:spPr>
          <a:xfrm>
            <a:off x="3169279" y="2193100"/>
            <a:ext cx="640836" cy="365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SDWAN EDGES</a:t>
            </a:r>
          </a:p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AS VPN GW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446B3B9-9233-88B6-F75B-AA2CD86057BF}"/>
              </a:ext>
            </a:extLst>
          </p:cNvPr>
          <p:cNvSpPr txBox="1"/>
          <p:nvPr/>
        </p:nvSpPr>
        <p:spPr>
          <a:xfrm>
            <a:off x="3369650" y="3882183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10.7.0.0/16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8787AE-EB1D-14CB-11B9-51D84BA9A8EC}"/>
              </a:ext>
            </a:extLst>
          </p:cNvPr>
          <p:cNvSpPr txBox="1"/>
          <p:nvPr/>
        </p:nvSpPr>
        <p:spPr>
          <a:xfrm>
            <a:off x="188324" y="2923769"/>
            <a:ext cx="1022052" cy="211387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10.7.0.0/24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7A6235-0274-3E8A-8B6C-33CF41AB8BFF}"/>
              </a:ext>
            </a:extLst>
          </p:cNvPr>
          <p:cNvSpPr txBox="1"/>
          <p:nvPr/>
        </p:nvSpPr>
        <p:spPr>
          <a:xfrm>
            <a:off x="9833197" y="3593911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10.5.0.0/16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CDDC8F-0856-18B9-C070-0CB2DBE6380E}"/>
              </a:ext>
            </a:extLst>
          </p:cNvPr>
          <p:cNvSpPr txBox="1"/>
          <p:nvPr/>
        </p:nvSpPr>
        <p:spPr>
          <a:xfrm>
            <a:off x="7622938" y="620269"/>
            <a:ext cx="1979253" cy="276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b="1" dirty="0">
                <a:latin typeface="Vodafone Rg" pitchFamily="34" charset="0"/>
              </a:rPr>
              <a:t>Dublin Azure Region</a:t>
            </a:r>
          </a:p>
        </p:txBody>
      </p:sp>
      <p:sp>
        <p:nvSpPr>
          <p:cNvPr id="88" name="Thought Bubble: Cloud 87">
            <a:extLst>
              <a:ext uri="{FF2B5EF4-FFF2-40B4-BE49-F238E27FC236}">
                <a16:creationId xmlns:a16="http://schemas.microsoft.com/office/drawing/2014/main" id="{A5BFB04A-EC9C-86BC-7992-A34677B53841}"/>
              </a:ext>
            </a:extLst>
          </p:cNvPr>
          <p:cNvSpPr/>
          <p:nvPr/>
        </p:nvSpPr>
        <p:spPr>
          <a:xfrm>
            <a:off x="10842514" y="884798"/>
            <a:ext cx="1205107" cy="1318928"/>
          </a:xfrm>
          <a:prstGeom prst="cloudCallou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INTERNET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C90D8CF-77F1-A73A-6D17-9E3D1A28BAD6}"/>
              </a:ext>
            </a:extLst>
          </p:cNvPr>
          <p:cNvCxnSpPr>
            <a:cxnSpLocks/>
          </p:cNvCxnSpPr>
          <p:nvPr/>
        </p:nvCxnSpPr>
        <p:spPr>
          <a:xfrm>
            <a:off x="9312333" y="1815531"/>
            <a:ext cx="1530181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4F86859-8282-BFAF-6A43-01640AA87966}"/>
              </a:ext>
            </a:extLst>
          </p:cNvPr>
          <p:cNvSpPr txBox="1"/>
          <p:nvPr/>
        </p:nvSpPr>
        <p:spPr>
          <a:xfrm>
            <a:off x="3505990" y="4035625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4B0E8EC-397B-E8C1-B556-CE579983038F}"/>
              </a:ext>
            </a:extLst>
          </p:cNvPr>
          <p:cNvSpPr txBox="1"/>
          <p:nvPr/>
        </p:nvSpPr>
        <p:spPr>
          <a:xfrm>
            <a:off x="10015650" y="3752919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5FB7AA-2F46-E08C-CE8D-874C07ED3E9B}"/>
              </a:ext>
            </a:extLst>
          </p:cNvPr>
          <p:cNvSpPr txBox="1"/>
          <p:nvPr/>
        </p:nvSpPr>
        <p:spPr>
          <a:xfrm>
            <a:off x="1925273" y="6278060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9784DF5-548D-1941-C3E5-5E07E677BF2A}"/>
              </a:ext>
            </a:extLst>
          </p:cNvPr>
          <p:cNvSpPr txBox="1"/>
          <p:nvPr/>
        </p:nvSpPr>
        <p:spPr>
          <a:xfrm>
            <a:off x="5691668" y="6266547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AB63D6-7286-699C-FD82-649C7D23ED6A}"/>
              </a:ext>
            </a:extLst>
          </p:cNvPr>
          <p:cNvGrpSpPr/>
          <p:nvPr/>
        </p:nvGrpSpPr>
        <p:grpSpPr>
          <a:xfrm>
            <a:off x="7644494" y="4854024"/>
            <a:ext cx="3096812" cy="1424036"/>
            <a:chOff x="4220482" y="4783271"/>
            <a:chExt cx="3159370" cy="1703075"/>
          </a:xfrm>
          <a:solidFill>
            <a:srgbClr val="92D050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04D74D-2E7B-2974-25BE-E480A606AA7B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018CD53-F616-AF7E-8E98-1C4C56EEDD44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grp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804356B-30F1-FFA4-F64F-C51018DDFE42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grpFill/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933E31E-F133-2FDB-F782-E2D4775C84AE}"/>
                </a:ext>
              </a:extLst>
            </p:cNvPr>
            <p:cNvSpPr txBox="1"/>
            <p:nvPr/>
          </p:nvSpPr>
          <p:spPr>
            <a:xfrm>
              <a:off x="4361363" y="6254449"/>
              <a:ext cx="1560650" cy="21812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indent="0">
                <a:buFont typeface="Arial" pitchFamily="34" charset="0"/>
                <a:buNone/>
                <a:defRPr sz="1200" b="1">
                  <a:latin typeface="Vodafone Rg" pitchFamily="34" charset="0"/>
                </a:defRPr>
              </a:lvl1pPr>
            </a:lstStyle>
            <a:p>
              <a:r>
                <a:rPr lang="en-US" dirty="0"/>
                <a:t>Local Market Spoke-3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55CDB97-D499-2FB7-FB88-F21BC0021F6F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F5CE89F-E7C2-F419-DDC2-F39323696430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6B86C97-C301-A5C3-B1CB-3686292947B8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  <a:grpFill/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1B52BF45-2D4A-EA83-5222-26265453B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  <a:grpFill/>
            </p:spPr>
          </p:pic>
          <p:sp>
            <p:nvSpPr>
              <p:cNvPr id="99" name="Arrow: Bent 98">
                <a:extLst>
                  <a:ext uri="{FF2B5EF4-FFF2-40B4-BE49-F238E27FC236}">
                    <a16:creationId xmlns:a16="http://schemas.microsoft.com/office/drawing/2014/main" id="{FBBB2BB2-70BD-06C8-B81A-8176483C191C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59809E3-860A-06E3-5532-79C1994C6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  <a:grpFill/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F7BC213-99BC-39A0-8308-7F8C1BB74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  <a:grpFill/>
          </p:spPr>
        </p:pic>
      </p:grpSp>
      <p:pic>
        <p:nvPicPr>
          <p:cNvPr id="101" name="Picture 100">
            <a:extLst>
              <a:ext uri="{FF2B5EF4-FFF2-40B4-BE49-F238E27FC236}">
                <a16:creationId xmlns:a16="http://schemas.microsoft.com/office/drawing/2014/main" id="{7F2A7ED6-BA31-F0A5-407E-174777C9EC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3527" y="6006489"/>
            <a:ext cx="294146" cy="294146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7E934AD-145A-BC45-7491-4B839DF0859D}"/>
              </a:ext>
            </a:extLst>
          </p:cNvPr>
          <p:cNvSpPr txBox="1"/>
          <p:nvPr/>
        </p:nvSpPr>
        <p:spPr>
          <a:xfrm>
            <a:off x="7794489" y="5018313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10.11.0.0/24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9E3F4FD-6D06-051F-E544-FC9D22FC98A6}"/>
              </a:ext>
            </a:extLst>
          </p:cNvPr>
          <p:cNvSpPr txBox="1"/>
          <p:nvPr/>
        </p:nvSpPr>
        <p:spPr>
          <a:xfrm>
            <a:off x="8541763" y="6316203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VNET 5</a:t>
            </a:r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147CF99B-6597-C66D-62C5-4667B41FB41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44498" y="1881709"/>
            <a:ext cx="1011369" cy="5021810"/>
          </a:xfrm>
          <a:prstGeom prst="bentConnector3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3DBC2700-64AC-4F01-58C6-617058A56D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2925" y="4080214"/>
            <a:ext cx="1225550" cy="64135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479033F4-6384-EE4C-47CB-FEE5C40490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6661" y="4182707"/>
            <a:ext cx="1225550" cy="64135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707B8A71-12EB-18BE-5EEE-6BFE69E27C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0805" y="3779601"/>
            <a:ext cx="1225550" cy="641350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DD8B70ED-C09F-E808-BB99-54B90D824883}"/>
              </a:ext>
            </a:extLst>
          </p:cNvPr>
          <p:cNvSpPr txBox="1"/>
          <p:nvPr/>
        </p:nvSpPr>
        <p:spPr>
          <a:xfrm>
            <a:off x="687802" y="633652"/>
            <a:ext cx="2460945" cy="2398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b="1" dirty="0">
                <a:latin typeface="Vodafone Rg" pitchFamily="34" charset="0"/>
              </a:rPr>
              <a:t>UK South Azure Region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59EE520-D25D-B671-AE13-E035CB052680}"/>
              </a:ext>
            </a:extLst>
          </p:cNvPr>
          <p:cNvSpPr txBox="1"/>
          <p:nvPr/>
        </p:nvSpPr>
        <p:spPr>
          <a:xfrm>
            <a:off x="4656413" y="1514264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IPSEC + BGP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89FCDA4-4350-9BDD-656B-10E89D4A026C}"/>
              </a:ext>
            </a:extLst>
          </p:cNvPr>
          <p:cNvSpPr txBox="1"/>
          <p:nvPr/>
        </p:nvSpPr>
        <p:spPr>
          <a:xfrm>
            <a:off x="4684788" y="3355540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IPSEC + BGP</a:t>
            </a:r>
          </a:p>
        </p:txBody>
      </p:sp>
    </p:spTree>
    <p:extLst>
      <p:ext uri="{BB962C8B-B14F-4D97-AF65-F5344CB8AC3E}">
        <p14:creationId xmlns:p14="http://schemas.microsoft.com/office/powerpoint/2010/main" val="199831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6743-1676-3EE7-4E24-75F021018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ping 10.11.0.4   - spoke3 VM</a:t>
            </a:r>
          </a:p>
          <a:p>
            <a:r>
              <a:rPr lang="en-US" dirty="0"/>
              <a:t>telnet 10.11.0.4 22</a:t>
            </a:r>
          </a:p>
          <a:p>
            <a:endParaRPr lang="en-US" dirty="0"/>
          </a:p>
          <a:p>
            <a:r>
              <a:rPr lang="en-US" dirty="0"/>
              <a:t>Ping 10.10.0.4  - spoke2 vm</a:t>
            </a:r>
          </a:p>
          <a:p>
            <a:r>
              <a:rPr lang="en-US" dirty="0"/>
              <a:t>telnet 10.10.0.4 22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26382C-D4D5-FFE6-0F01-60DC9920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Connectivity from DC VM</a:t>
            </a:r>
          </a:p>
        </p:txBody>
      </p:sp>
    </p:spTree>
    <p:extLst>
      <p:ext uri="{BB962C8B-B14F-4D97-AF65-F5344CB8AC3E}">
        <p14:creationId xmlns:p14="http://schemas.microsoft.com/office/powerpoint/2010/main" val="23825697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odafone Business">
  <a:themeElements>
    <a:clrScheme name="Vodafone 2021">
      <a:dk1>
        <a:srgbClr val="000000"/>
      </a:dk1>
      <a:lt1>
        <a:srgbClr val="FFFFFF"/>
      </a:lt1>
      <a:dk2>
        <a:srgbClr val="5E2750"/>
      </a:dk2>
      <a:lt2>
        <a:srgbClr val="545759"/>
      </a:lt2>
      <a:accent1>
        <a:srgbClr val="E60000"/>
      </a:accent1>
      <a:accent2>
        <a:srgbClr val="A8B400"/>
      </a:accent2>
      <a:accent3>
        <a:srgbClr val="9C2AA0"/>
      </a:accent3>
      <a:accent4>
        <a:srgbClr val="EB9700"/>
      </a:accent4>
      <a:accent5>
        <a:srgbClr val="00B0CA"/>
      </a:accent5>
      <a:accent6>
        <a:srgbClr val="FECB00"/>
      </a:accent6>
      <a:hlink>
        <a:srgbClr val="E60000"/>
      </a:hlink>
      <a:folHlink>
        <a:srgbClr val="E60000"/>
      </a:folHlink>
    </a:clrScheme>
    <a:fontScheme name="Vodafone">
      <a:majorFont>
        <a:latin typeface="Vodafone Rg"/>
        <a:ea typeface=""/>
        <a:cs typeface=""/>
      </a:majorFont>
      <a:minorFont>
        <a:latin typeface="Vodafone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 cmpd="sng" algn="ctr">
          <a:noFill/>
          <a:prstDash val="solid"/>
        </a:ln>
        <a:effectLst/>
      </a:spPr>
      <a:bodyPr spcFirstLastPara="0" vert="horz" wrap="square" lIns="6350" tIns="6350" rIns="6350" bIns="6350" numCol="1" spcCol="1270" rtlCol="0" anchor="ctr" anchorCtr="0">
        <a:noAutofit/>
      </a:bodyPr>
      <a:lstStyle>
        <a:defPPr algn="ctr" defTabSz="444500">
          <a:lnSpc>
            <a:spcPct val="90000"/>
          </a:lnSpc>
          <a:spcBef>
            <a:spcPct val="0"/>
          </a:spcBef>
          <a:spcAft>
            <a:spcPct val="35000"/>
          </a:spcAft>
          <a:defRPr sz="1000" kern="1200" dirty="0" smtClean="0">
            <a:solidFill>
              <a:srgbClr val="34342B"/>
            </a:solidFill>
            <a:latin typeface="Vodafone Rg" pitchFamily="34" charset="0"/>
            <a:ea typeface="+mn-ea"/>
            <a:cs typeface="+mn-cs"/>
          </a:defRPr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 marL="0" indent="0">
          <a:buFont typeface="Arial" pitchFamily="34" charset="0"/>
          <a:buNone/>
          <a:defRPr dirty="0" smtClean="0">
            <a:latin typeface="Vodafone Rg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F_Business_PowerPoint_Template_2021_v7" id="{83FBA7CD-A618-7A44-AEA1-151270809C1F}" vid="{7F05536B-B409-574C-BED1-5E2972304945}"/>
    </a:ext>
  </a:extLst>
</a:theme>
</file>

<file path=ppt/theme/theme2.xml><?xml version="1.0" encoding="utf-8"?>
<a:theme xmlns:a="http://schemas.openxmlformats.org/drawingml/2006/main" name="Meaningful Template">
  <a:themeElements>
    <a:clrScheme name="Custom 33">
      <a:dk1>
        <a:srgbClr val="000000"/>
      </a:dk1>
      <a:lt1>
        <a:srgbClr val="FFFFFF"/>
      </a:lt1>
      <a:dk2>
        <a:srgbClr val="5E6970"/>
      </a:dk2>
      <a:lt2>
        <a:srgbClr val="FFFFFF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E76F51"/>
      </a:accent6>
      <a:hlink>
        <a:srgbClr val="2A9D8F"/>
      </a:hlink>
      <a:folHlink>
        <a:srgbClr val="000000"/>
      </a:folHlink>
    </a:clrScheme>
    <a:fontScheme name="Custom 81">
      <a:majorFont>
        <a:latin typeface="Montserrat SemiBold"/>
        <a:ea typeface=""/>
        <a:cs typeface=""/>
      </a:majorFont>
      <a:minorFont>
        <a:latin typeface="Montserra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Meaningful Template">
  <a:themeElements>
    <a:clrScheme name="Meaningful Template">
      <a:dk1>
        <a:srgbClr val="000000"/>
      </a:dk1>
      <a:lt1>
        <a:srgbClr val="FFFFFF"/>
      </a:lt1>
      <a:dk2>
        <a:srgbClr val="5E6970"/>
      </a:dk2>
      <a:lt2>
        <a:srgbClr val="FFFFFF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8D248D"/>
      </a:accent6>
      <a:hlink>
        <a:srgbClr val="2A9D8F"/>
      </a:hlink>
      <a:folHlink>
        <a:srgbClr val="000000"/>
      </a:folHlink>
    </a:clrScheme>
    <a:fontScheme name="Custom 77">
      <a:majorFont>
        <a:latin typeface="Open Sans"/>
        <a:ea typeface=""/>
        <a:cs typeface=""/>
      </a:majorFont>
      <a:minorFont>
        <a:latin typeface="Open Sans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113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Vodafone Lt</vt:lpstr>
      <vt:lpstr>Vodafone Rg</vt:lpstr>
      <vt:lpstr>Webdings</vt:lpstr>
      <vt:lpstr>Vodafone Business</vt:lpstr>
      <vt:lpstr>Meaningful Template</vt:lpstr>
      <vt:lpstr>1_Meaningful Template</vt:lpstr>
      <vt:lpstr>Topics Covered</vt:lpstr>
      <vt:lpstr>E2E Landing Zone Provisioning </vt:lpstr>
      <vt:lpstr>Existing DCC ALZ- Network Prospective</vt:lpstr>
      <vt:lpstr>PowerPoint Presentation</vt:lpstr>
      <vt:lpstr>PowerPoint Presentation</vt:lpstr>
      <vt:lpstr>Test Connectivity from DC 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Sonar, Vodafone</dc:creator>
  <cp:lastModifiedBy>Sushil Soni, Vodafone</cp:lastModifiedBy>
  <cp:revision>9</cp:revision>
  <dcterms:created xsi:type="dcterms:W3CDTF">2023-10-15T14:32:28Z</dcterms:created>
  <dcterms:modified xsi:type="dcterms:W3CDTF">2026-03-02T13:02:31Z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2023-11-02T09:11:45Z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460cb432-5281-4f27-8069-f0eaa4dd9678</vt:lpwstr>
  </property>
  <property fmtid="{D5CDD505-2E9C-101B-9397-08002B2CF9AE}" pid="8" name="MSIP_Label_0359f705-2ba0-454b-9cfc-6ce5bcaac040_ContentBits">
    <vt:lpwstr>2</vt:lpwstr>
  </property>
</Properties>
</file>