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52" r:id="rId2"/>
    <p:sldMasterId id="2147483836" r:id="rId3"/>
  </p:sldMasterIdLst>
  <p:notesMasterIdLst>
    <p:notesMasterId r:id="rId9"/>
  </p:notesMasterIdLst>
  <p:sldIdLst>
    <p:sldId id="2147470630" r:id="rId4"/>
    <p:sldId id="2147470629" r:id="rId5"/>
    <p:sldId id="2147470626" r:id="rId6"/>
    <p:sldId id="2147470628" r:id="rId7"/>
    <p:sldId id="214747062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E7EC"/>
    <a:srgbClr val="CBDCE7"/>
    <a:srgbClr val="D6E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CFBC6-4BA1-4F39-BF01-2C8CBF54D864}" v="25" dt="2026-02-26T09:39:01.176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55" d="100"/>
          <a:sy n="55" d="100"/>
        </p:scale>
        <p:origin x="113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il Soni, Vodafone" userId="42f61249-e00d-4778-bd06-353e57e7c4e6" providerId="ADAL" clId="{EA7ACA62-6246-40AD-896F-A77B8CEAA7F1}"/>
    <pc:docChg chg="undo custSel addSld modSld sldOrd">
      <pc:chgData name="Sushil Soni, Vodafone" userId="42f61249-e00d-4778-bd06-353e57e7c4e6" providerId="ADAL" clId="{EA7ACA62-6246-40AD-896F-A77B8CEAA7F1}" dt="2026-02-26T09:39:55.922" v="2142" actId="255"/>
      <pc:docMkLst>
        <pc:docMk/>
      </pc:docMkLst>
      <pc:sldChg chg="addSp delSp modSp mod">
        <pc:chgData name="Sushil Soni, Vodafone" userId="42f61249-e00d-4778-bd06-353e57e7c4e6" providerId="ADAL" clId="{EA7ACA62-6246-40AD-896F-A77B8CEAA7F1}" dt="2026-02-26T09:39:55.922" v="2142" actId="255"/>
        <pc:sldMkLst>
          <pc:docMk/>
          <pc:sldMk cId="3065513456" sldId="2147470626"/>
        </pc:sldMkLst>
        <pc:spChg chg="mod">
          <ac:chgData name="Sushil Soni, Vodafone" userId="42f61249-e00d-4778-bd06-353e57e7c4e6" providerId="ADAL" clId="{EA7ACA62-6246-40AD-896F-A77B8CEAA7F1}" dt="2026-02-26T04:27:21.923" v="1079" actId="14100"/>
          <ac:spMkLst>
            <pc:docMk/>
            <pc:sldMk cId="3065513456" sldId="2147470626"/>
            <ac:spMk id="3" creationId="{6F669FD3-A488-A2AA-27BA-964AFA3ACE8E}"/>
          </ac:spMkLst>
        </pc:spChg>
        <pc:spChg chg="add del mod">
          <ac:chgData name="Sushil Soni, Vodafone" userId="42f61249-e00d-4778-bd06-353e57e7c4e6" providerId="ADAL" clId="{EA7ACA62-6246-40AD-896F-A77B8CEAA7F1}" dt="2026-02-26T04:52:48.530" v="1317" actId="478"/>
          <ac:spMkLst>
            <pc:docMk/>
            <pc:sldMk cId="3065513456" sldId="2147470626"/>
            <ac:spMk id="4" creationId="{0A8CE0FD-37A3-1495-AE96-1A46FCBD05C3}"/>
          </ac:spMkLst>
        </pc:spChg>
        <pc:spChg chg="add del mod">
          <ac:chgData name="Sushil Soni, Vodafone" userId="42f61249-e00d-4778-bd06-353e57e7c4e6" providerId="ADAL" clId="{EA7ACA62-6246-40AD-896F-A77B8CEAA7F1}" dt="2026-02-26T05:00:47.123" v="1385" actId="1038"/>
          <ac:spMkLst>
            <pc:docMk/>
            <pc:sldMk cId="3065513456" sldId="2147470626"/>
            <ac:spMk id="8" creationId="{62DD295E-4F3D-2C9D-88DB-65E394CF3E6B}"/>
          </ac:spMkLst>
        </pc:spChg>
        <pc:spChg chg="add del mod">
          <ac:chgData name="Sushil Soni, Vodafone" userId="42f61249-e00d-4778-bd06-353e57e7c4e6" providerId="ADAL" clId="{EA7ACA62-6246-40AD-896F-A77B8CEAA7F1}" dt="2026-02-26T04:53:28.008" v="1340" actId="478"/>
          <ac:spMkLst>
            <pc:docMk/>
            <pc:sldMk cId="3065513456" sldId="2147470626"/>
            <ac:spMk id="13" creationId="{90E934E5-0572-15EA-959D-81D72444D8EB}"/>
          </ac:spMkLst>
        </pc:spChg>
        <pc:spChg chg="mod">
          <ac:chgData name="Sushil Soni, Vodafone" userId="42f61249-e00d-4778-bd06-353e57e7c4e6" providerId="ADAL" clId="{EA7ACA62-6246-40AD-896F-A77B8CEAA7F1}" dt="2026-02-25T13:17:16.503" v="962" actId="14100"/>
          <ac:spMkLst>
            <pc:docMk/>
            <pc:sldMk cId="3065513456" sldId="2147470626"/>
            <ac:spMk id="15" creationId="{2FB511DE-8227-22BF-EA07-AE182DAE6567}"/>
          </ac:spMkLst>
        </pc:spChg>
        <pc:spChg chg="mod">
          <ac:chgData name="Sushil Soni, Vodafone" userId="42f61249-e00d-4778-bd06-353e57e7c4e6" providerId="ADAL" clId="{EA7ACA62-6246-40AD-896F-A77B8CEAA7F1}" dt="2026-02-26T04:27:07.575" v="1076" actId="14100"/>
          <ac:spMkLst>
            <pc:docMk/>
            <pc:sldMk cId="3065513456" sldId="2147470626"/>
            <ac:spMk id="16" creationId="{51FC4B0C-E13C-1E18-60EB-3A009BF72227}"/>
          </ac:spMkLst>
        </pc:spChg>
        <pc:spChg chg="mod">
          <ac:chgData name="Sushil Soni, Vodafone" userId="42f61249-e00d-4778-bd06-353e57e7c4e6" providerId="ADAL" clId="{EA7ACA62-6246-40AD-896F-A77B8CEAA7F1}" dt="2026-02-26T04:37:13.888" v="1170" actId="1035"/>
          <ac:spMkLst>
            <pc:docMk/>
            <pc:sldMk cId="3065513456" sldId="2147470626"/>
            <ac:spMk id="17" creationId="{17FFFEA2-4037-B237-FE69-ABB1C43BADFA}"/>
          </ac:spMkLst>
        </pc:spChg>
        <pc:spChg chg="del">
          <ac:chgData name="Sushil Soni, Vodafone" userId="42f61249-e00d-4778-bd06-353e57e7c4e6" providerId="ADAL" clId="{EA7ACA62-6246-40AD-896F-A77B8CEAA7F1}" dt="2026-02-26T04:26:53.734" v="1071" actId="478"/>
          <ac:spMkLst>
            <pc:docMk/>
            <pc:sldMk cId="3065513456" sldId="2147470626"/>
            <ac:spMk id="19" creationId="{9D19718A-8244-FBAB-43C6-319003540A56}"/>
          </ac:spMkLst>
        </pc:spChg>
        <pc:spChg chg="add mod">
          <ac:chgData name="Sushil Soni, Vodafone" userId="42f61249-e00d-4778-bd06-353e57e7c4e6" providerId="ADAL" clId="{EA7ACA62-6246-40AD-896F-A77B8CEAA7F1}" dt="2026-02-24T08:47:00.890" v="160" actId="1035"/>
          <ac:spMkLst>
            <pc:docMk/>
            <pc:sldMk cId="3065513456" sldId="2147470626"/>
            <ac:spMk id="21" creationId="{56906371-0E19-B6BB-71B5-BBF193923358}"/>
          </ac:spMkLst>
        </pc:spChg>
        <pc:spChg chg="del mod">
          <ac:chgData name="Sushil Soni, Vodafone" userId="42f61249-e00d-4778-bd06-353e57e7c4e6" providerId="ADAL" clId="{EA7ACA62-6246-40AD-896F-A77B8CEAA7F1}" dt="2026-02-26T04:26:58.826" v="1073" actId="478"/>
          <ac:spMkLst>
            <pc:docMk/>
            <pc:sldMk cId="3065513456" sldId="2147470626"/>
            <ac:spMk id="27" creationId="{500DCAA8-D6E5-1DDF-82E4-52228C804BD3}"/>
          </ac:spMkLst>
        </pc:spChg>
        <pc:spChg chg="mod">
          <ac:chgData name="Sushil Soni, Vodafone" userId="42f61249-e00d-4778-bd06-353e57e7c4e6" providerId="ADAL" clId="{EA7ACA62-6246-40AD-896F-A77B8CEAA7F1}" dt="2026-02-26T04:33:34.013" v="1123" actId="14100"/>
          <ac:spMkLst>
            <pc:docMk/>
            <pc:sldMk cId="3065513456" sldId="2147470626"/>
            <ac:spMk id="29" creationId="{9F6CDF7B-8D9A-1943-A608-E8D75CECC96F}"/>
          </ac:spMkLst>
        </pc:spChg>
        <pc:spChg chg="add mod">
          <ac:chgData name="Sushil Soni, Vodafone" userId="42f61249-e00d-4778-bd06-353e57e7c4e6" providerId="ADAL" clId="{EA7ACA62-6246-40AD-896F-A77B8CEAA7F1}" dt="2026-02-24T08:49:44.753" v="252" actId="1037"/>
          <ac:spMkLst>
            <pc:docMk/>
            <pc:sldMk cId="3065513456" sldId="2147470626"/>
            <ac:spMk id="30" creationId="{BF10E14C-1E04-99EA-E55D-4E707F4BE77A}"/>
          </ac:spMkLst>
        </pc:spChg>
        <pc:spChg chg="mod">
          <ac:chgData name="Sushil Soni, Vodafone" userId="42f61249-e00d-4778-bd06-353e57e7c4e6" providerId="ADAL" clId="{EA7ACA62-6246-40AD-896F-A77B8CEAA7F1}" dt="2026-02-26T04:53:49.239" v="1341" actId="1076"/>
          <ac:spMkLst>
            <pc:docMk/>
            <pc:sldMk cId="3065513456" sldId="2147470626"/>
            <ac:spMk id="33" creationId="{1DF2C8BB-C39D-DA0D-3FD2-E958A7AD2C5B}"/>
          </ac:spMkLst>
        </pc:spChg>
        <pc:spChg chg="del">
          <ac:chgData name="Sushil Soni, Vodafone" userId="42f61249-e00d-4778-bd06-353e57e7c4e6" providerId="ADAL" clId="{EA7ACA62-6246-40AD-896F-A77B8CEAA7F1}" dt="2026-02-26T04:35:07.419" v="1149" actId="478"/>
          <ac:spMkLst>
            <pc:docMk/>
            <pc:sldMk cId="3065513456" sldId="2147470626"/>
            <ac:spMk id="48" creationId="{1763A8AB-AFF3-8E30-0A40-118D169D0B25}"/>
          </ac:spMkLst>
        </pc:spChg>
        <pc:spChg chg="add mod">
          <ac:chgData name="Sushil Soni, Vodafone" userId="42f61249-e00d-4778-bd06-353e57e7c4e6" providerId="ADAL" clId="{EA7ACA62-6246-40AD-896F-A77B8CEAA7F1}" dt="2026-02-26T04:27:37.404" v="1083" actId="14100"/>
          <ac:spMkLst>
            <pc:docMk/>
            <pc:sldMk cId="3065513456" sldId="2147470626"/>
            <ac:spMk id="61" creationId="{7C0A6829-AA46-F4D5-4563-1B2BB6419F35}"/>
          </ac:spMkLst>
        </pc:spChg>
        <pc:spChg chg="add">
          <ac:chgData name="Sushil Soni, Vodafone" userId="42f61249-e00d-4778-bd06-353e57e7c4e6" providerId="ADAL" clId="{EA7ACA62-6246-40AD-896F-A77B8CEAA7F1}" dt="2026-02-26T04:29:14.327" v="1094" actId="11529"/>
          <ac:spMkLst>
            <pc:docMk/>
            <pc:sldMk cId="3065513456" sldId="2147470626"/>
            <ac:spMk id="72" creationId="{CDF7AA1B-DCC1-92B7-6C63-F14C9638B0B7}"/>
          </ac:spMkLst>
        </pc:spChg>
        <pc:spChg chg="mod">
          <ac:chgData name="Sushil Soni, Vodafone" userId="42f61249-e00d-4778-bd06-353e57e7c4e6" providerId="ADAL" clId="{EA7ACA62-6246-40AD-896F-A77B8CEAA7F1}" dt="2026-02-26T04:47:44.249" v="1241" actId="14100"/>
          <ac:spMkLst>
            <pc:docMk/>
            <pc:sldMk cId="3065513456" sldId="2147470626"/>
            <ac:spMk id="73" creationId="{4B8C3592-741B-5151-1A30-E03E06D85268}"/>
          </ac:spMkLst>
        </pc:spChg>
        <pc:spChg chg="add mod ord">
          <ac:chgData name="Sushil Soni, Vodafone" userId="42f61249-e00d-4778-bd06-353e57e7c4e6" providerId="ADAL" clId="{EA7ACA62-6246-40AD-896F-A77B8CEAA7F1}" dt="2026-02-26T04:54:36.433" v="1346" actId="14100"/>
          <ac:spMkLst>
            <pc:docMk/>
            <pc:sldMk cId="3065513456" sldId="2147470626"/>
            <ac:spMk id="74" creationId="{5BC30ECB-110D-C979-4668-056E3259EE01}"/>
          </ac:spMkLst>
        </pc:spChg>
        <pc:spChg chg="add mod">
          <ac:chgData name="Sushil Soni, Vodafone" userId="42f61249-e00d-4778-bd06-353e57e7c4e6" providerId="ADAL" clId="{EA7ACA62-6246-40AD-896F-A77B8CEAA7F1}" dt="2026-02-26T04:36:24.243" v="1168" actId="255"/>
          <ac:spMkLst>
            <pc:docMk/>
            <pc:sldMk cId="3065513456" sldId="2147470626"/>
            <ac:spMk id="76" creationId="{47D985FB-1D15-BD71-B4DB-EEEA09520ECB}"/>
          </ac:spMkLst>
        </pc:spChg>
        <pc:spChg chg="add mod ord">
          <ac:chgData name="Sushil Soni, Vodafone" userId="42f61249-e00d-4778-bd06-353e57e7c4e6" providerId="ADAL" clId="{EA7ACA62-6246-40AD-896F-A77B8CEAA7F1}" dt="2026-02-26T08:28:42.169" v="2125" actId="14100"/>
          <ac:spMkLst>
            <pc:docMk/>
            <pc:sldMk cId="3065513456" sldId="2147470626"/>
            <ac:spMk id="78" creationId="{70A61335-8BF6-0905-B97D-A6458E55B482}"/>
          </ac:spMkLst>
        </pc:spChg>
        <pc:spChg chg="add mod">
          <ac:chgData name="Sushil Soni, Vodafone" userId="42f61249-e00d-4778-bd06-353e57e7c4e6" providerId="ADAL" clId="{EA7ACA62-6246-40AD-896F-A77B8CEAA7F1}" dt="2026-02-26T04:53:53.374" v="1342" actId="1076"/>
          <ac:spMkLst>
            <pc:docMk/>
            <pc:sldMk cId="3065513456" sldId="2147470626"/>
            <ac:spMk id="79" creationId="{1FD427C8-3CCC-7460-8598-22A0CA89B1EF}"/>
          </ac:spMkLst>
        </pc:spChg>
        <pc:spChg chg="add mod">
          <ac:chgData name="Sushil Soni, Vodafone" userId="42f61249-e00d-4778-bd06-353e57e7c4e6" providerId="ADAL" clId="{EA7ACA62-6246-40AD-896F-A77B8CEAA7F1}" dt="2026-02-26T04:56:01.390" v="1356" actId="1076"/>
          <ac:spMkLst>
            <pc:docMk/>
            <pc:sldMk cId="3065513456" sldId="2147470626"/>
            <ac:spMk id="80" creationId="{F9D7ADB7-C5E0-CACD-8799-8D2F46047D1D}"/>
          </ac:spMkLst>
        </pc:spChg>
        <pc:spChg chg="add mod">
          <ac:chgData name="Sushil Soni, Vodafone" userId="42f61249-e00d-4778-bd06-353e57e7c4e6" providerId="ADAL" clId="{EA7ACA62-6246-40AD-896F-A77B8CEAA7F1}" dt="2026-02-26T04:43:16.297" v="1228" actId="1076"/>
          <ac:spMkLst>
            <pc:docMk/>
            <pc:sldMk cId="3065513456" sldId="2147470626"/>
            <ac:spMk id="83" creationId="{F19E4FCE-5D97-F703-5B28-29BE8E78CA37}"/>
          </ac:spMkLst>
        </pc:spChg>
        <pc:spChg chg="add mod">
          <ac:chgData name="Sushil Soni, Vodafone" userId="42f61249-e00d-4778-bd06-353e57e7c4e6" providerId="ADAL" clId="{EA7ACA62-6246-40AD-896F-A77B8CEAA7F1}" dt="2026-02-26T04:52:01.708" v="1299" actId="20577"/>
          <ac:spMkLst>
            <pc:docMk/>
            <pc:sldMk cId="3065513456" sldId="2147470626"/>
            <ac:spMk id="84" creationId="{DE659119-624B-99AF-6891-26CAB3D1FDA3}"/>
          </ac:spMkLst>
        </pc:spChg>
        <pc:spChg chg="add mod">
          <ac:chgData name="Sushil Soni, Vodafone" userId="42f61249-e00d-4778-bd06-353e57e7c4e6" providerId="ADAL" clId="{EA7ACA62-6246-40AD-896F-A77B8CEAA7F1}" dt="2026-02-26T04:52:39.648" v="1314" actId="14100"/>
          <ac:spMkLst>
            <pc:docMk/>
            <pc:sldMk cId="3065513456" sldId="2147470626"/>
            <ac:spMk id="85" creationId="{0C64F9B3-12F7-86DE-4670-A91140ED490A}"/>
          </ac:spMkLst>
        </pc:spChg>
        <pc:spChg chg="add mod">
          <ac:chgData name="Sushil Soni, Vodafone" userId="42f61249-e00d-4778-bd06-353e57e7c4e6" providerId="ADAL" clId="{EA7ACA62-6246-40AD-896F-A77B8CEAA7F1}" dt="2026-02-26T04:53:22.292" v="1339" actId="1038"/>
          <ac:spMkLst>
            <pc:docMk/>
            <pc:sldMk cId="3065513456" sldId="2147470626"/>
            <ac:spMk id="86" creationId="{3BAEA9F1-7E25-E11A-3428-CE948890DF58}"/>
          </ac:spMkLst>
        </pc:spChg>
        <pc:spChg chg="add mod">
          <ac:chgData name="Sushil Soni, Vodafone" userId="42f61249-e00d-4778-bd06-353e57e7c4e6" providerId="ADAL" clId="{EA7ACA62-6246-40AD-896F-A77B8CEAA7F1}" dt="2026-02-26T04:58:33.057" v="1382" actId="1076"/>
          <ac:spMkLst>
            <pc:docMk/>
            <pc:sldMk cId="3065513456" sldId="2147470626"/>
            <ac:spMk id="87" creationId="{A2A5FCD2-4345-729F-80AE-941206B9D7FC}"/>
          </ac:spMkLst>
        </pc:spChg>
        <pc:spChg chg="add mod">
          <ac:chgData name="Sushil Soni, Vodafone" userId="42f61249-e00d-4778-bd06-353e57e7c4e6" providerId="ADAL" clId="{EA7ACA62-6246-40AD-896F-A77B8CEAA7F1}" dt="2026-02-26T09:39:55.922" v="2142" actId="255"/>
          <ac:spMkLst>
            <pc:docMk/>
            <pc:sldMk cId="3065513456" sldId="2147470626"/>
            <ac:spMk id="88" creationId="{97167625-F0BB-1EBC-C82F-7508D33B0D68}"/>
          </ac:spMkLst>
        </pc:spChg>
        <pc:spChg chg="mod">
          <ac:chgData name="Sushil Soni, Vodafone" userId="42f61249-e00d-4778-bd06-353e57e7c4e6" providerId="ADAL" clId="{EA7ACA62-6246-40AD-896F-A77B8CEAA7F1}" dt="2026-02-25T13:08:29.655" v="957" actId="1076"/>
          <ac:spMkLst>
            <pc:docMk/>
            <pc:sldMk cId="3065513456" sldId="2147470626"/>
            <ac:spMk id="92" creationId="{56495703-036A-FF08-F6C0-BED3F5CB5BCF}"/>
          </ac:spMkLst>
        </pc:spChg>
        <pc:spChg chg="mod">
          <ac:chgData name="Sushil Soni, Vodafone" userId="42f61249-e00d-4778-bd06-353e57e7c4e6" providerId="ADAL" clId="{EA7ACA62-6246-40AD-896F-A77B8CEAA7F1}" dt="2026-02-26T04:54:44.300" v="1347" actId="14100"/>
          <ac:spMkLst>
            <pc:docMk/>
            <pc:sldMk cId="3065513456" sldId="2147470626"/>
            <ac:spMk id="121" creationId="{2093B2C7-ABF2-D867-5E8F-0782A306C5E2}"/>
          </ac:spMkLst>
        </pc:spChg>
        <pc:spChg chg="mod">
          <ac:chgData name="Sushil Soni, Vodafone" userId="42f61249-e00d-4778-bd06-353e57e7c4e6" providerId="ADAL" clId="{EA7ACA62-6246-40AD-896F-A77B8CEAA7F1}" dt="2026-02-26T04:35:47.149" v="1160" actId="255"/>
          <ac:spMkLst>
            <pc:docMk/>
            <pc:sldMk cId="3065513456" sldId="2147470626"/>
            <ac:spMk id="122" creationId="{D1011837-5D1D-4AD1-F5F5-7AAB450D2554}"/>
          </ac:spMkLst>
        </pc:spChg>
        <pc:grpChg chg="mod">
          <ac:chgData name="Sushil Soni, Vodafone" userId="42f61249-e00d-4778-bd06-353e57e7c4e6" providerId="ADAL" clId="{EA7ACA62-6246-40AD-896F-A77B8CEAA7F1}" dt="2026-02-26T08:28:45.239" v="2126" actId="14100"/>
          <ac:grpSpMkLst>
            <pc:docMk/>
            <pc:sldMk cId="3065513456" sldId="2147470626"/>
            <ac:grpSpMk id="44" creationId="{14F63F63-AE77-CB78-82BC-9649FA32EA75}"/>
          </ac:grpSpMkLst>
        </pc:grpChg>
        <pc:cxnChg chg="add mod">
          <ac:chgData name="Sushil Soni, Vodafone" userId="42f61249-e00d-4778-bd06-353e57e7c4e6" providerId="ADAL" clId="{EA7ACA62-6246-40AD-896F-A77B8CEAA7F1}" dt="2026-02-26T04:28:05.143" v="1086" actId="14100"/>
          <ac:cxnSpMkLst>
            <pc:docMk/>
            <pc:sldMk cId="3065513456" sldId="2147470626"/>
            <ac:cxnSpMk id="62" creationId="{4269499A-39D0-8C5E-492F-719E1F0D0BB4}"/>
          </ac:cxnSpMkLst>
        </pc:cxnChg>
        <pc:cxnChg chg="add mod">
          <ac:chgData name="Sushil Soni, Vodafone" userId="42f61249-e00d-4778-bd06-353e57e7c4e6" providerId="ADAL" clId="{EA7ACA62-6246-40AD-896F-A77B8CEAA7F1}" dt="2026-02-26T04:28:17.564" v="1089" actId="14100"/>
          <ac:cxnSpMkLst>
            <pc:docMk/>
            <pc:sldMk cId="3065513456" sldId="2147470626"/>
            <ac:cxnSpMk id="64" creationId="{017AE3F1-69C5-7EBD-AFA5-414D27B8A78C}"/>
          </ac:cxnSpMkLst>
        </pc:cxnChg>
        <pc:cxnChg chg="add mod">
          <ac:chgData name="Sushil Soni, Vodafone" userId="42f61249-e00d-4778-bd06-353e57e7c4e6" providerId="ADAL" clId="{EA7ACA62-6246-40AD-896F-A77B8CEAA7F1}" dt="2026-02-26T09:39:37.811" v="2132" actId="693"/>
          <ac:cxnSpMkLst>
            <pc:docMk/>
            <pc:sldMk cId="3065513456" sldId="2147470626"/>
            <ac:cxnSpMk id="90" creationId="{C3261B7D-A8AF-3DB2-0B57-FAAB5ED9199F}"/>
          </ac:cxnSpMkLst>
        </pc:cxnChg>
      </pc:sldChg>
      <pc:sldChg chg="delSp modSp new mod">
        <pc:chgData name="Sushil Soni, Vodafone" userId="42f61249-e00d-4778-bd06-353e57e7c4e6" providerId="ADAL" clId="{EA7ACA62-6246-40AD-896F-A77B8CEAA7F1}" dt="2026-02-26T05:27:37.264" v="1635" actId="478"/>
        <pc:sldMkLst>
          <pc:docMk/>
          <pc:sldMk cId="2382569774" sldId="2147470627"/>
        </pc:sldMkLst>
        <pc:spChg chg="del mod">
          <ac:chgData name="Sushil Soni, Vodafone" userId="42f61249-e00d-4778-bd06-353e57e7c4e6" providerId="ADAL" clId="{EA7ACA62-6246-40AD-896F-A77B8CEAA7F1}" dt="2026-02-26T05:27:37.264" v="1635" actId="478"/>
          <ac:spMkLst>
            <pc:docMk/>
            <pc:sldMk cId="2382569774" sldId="2147470627"/>
            <ac:spMk id="2" creationId="{11A07454-646A-76A4-B789-61F23E273A80}"/>
          </ac:spMkLst>
        </pc:spChg>
        <pc:spChg chg="mod">
          <ac:chgData name="Sushil Soni, Vodafone" userId="42f61249-e00d-4778-bd06-353e57e7c4e6" providerId="ADAL" clId="{EA7ACA62-6246-40AD-896F-A77B8CEAA7F1}" dt="2026-02-25T13:06:32.264" v="901" actId="20577"/>
          <ac:spMkLst>
            <pc:docMk/>
            <pc:sldMk cId="2382569774" sldId="2147470627"/>
            <ac:spMk id="3" creationId="{87BC6743-1676-3EE7-4E24-75F021018B64}"/>
          </ac:spMkLst>
        </pc:spChg>
        <pc:spChg chg="mod">
          <ac:chgData name="Sushil Soni, Vodafone" userId="42f61249-e00d-4778-bd06-353e57e7c4e6" providerId="ADAL" clId="{EA7ACA62-6246-40AD-896F-A77B8CEAA7F1}" dt="2026-02-25T09:25:23.063" v="872" actId="20577"/>
          <ac:spMkLst>
            <pc:docMk/>
            <pc:sldMk cId="2382569774" sldId="2147470627"/>
            <ac:spMk id="4" creationId="{F926382C-D4D5-FFE6-0F01-60DC99202079}"/>
          </ac:spMkLst>
        </pc:spChg>
      </pc:sldChg>
      <pc:sldChg chg="addSp delSp modSp add mod">
        <pc:chgData name="Sushil Soni, Vodafone" userId="42f61249-e00d-4778-bd06-353e57e7c4e6" providerId="ADAL" clId="{EA7ACA62-6246-40AD-896F-A77B8CEAA7F1}" dt="2026-02-25T14:04:10.787" v="986" actId="478"/>
        <pc:sldMkLst>
          <pc:docMk/>
          <pc:sldMk cId="1330310226" sldId="2147470628"/>
        </pc:sldMkLst>
        <pc:spChg chg="del">
          <ac:chgData name="Sushil Soni, Vodafone" userId="42f61249-e00d-4778-bd06-353e57e7c4e6" providerId="ADAL" clId="{EA7ACA62-6246-40AD-896F-A77B8CEAA7F1}" dt="2026-02-25T14:04:10.787" v="986" actId="478"/>
          <ac:spMkLst>
            <pc:docMk/>
            <pc:sldMk cId="1330310226" sldId="2147470628"/>
            <ac:spMk id="2" creationId="{54B77AB8-32EA-A124-6CA7-7A11B08AD1E0}"/>
          </ac:spMkLst>
        </pc:spChg>
        <pc:spChg chg="mod">
          <ac:chgData name="Sushil Soni, Vodafone" userId="42f61249-e00d-4778-bd06-353e57e7c4e6" providerId="ADAL" clId="{EA7ACA62-6246-40AD-896F-A77B8CEAA7F1}" dt="2026-02-24T08:59:55.917" v="741" actId="1037"/>
          <ac:spMkLst>
            <pc:docMk/>
            <pc:sldMk cId="1330310226" sldId="2147470628"/>
            <ac:spMk id="4" creationId="{8D07426D-2253-24DB-003D-A39031D3F75B}"/>
          </ac:spMkLst>
        </pc:spChg>
        <pc:spChg chg="mod">
          <ac:chgData name="Sushil Soni, Vodafone" userId="42f61249-e00d-4778-bd06-353e57e7c4e6" providerId="ADAL" clId="{EA7ACA62-6246-40AD-896F-A77B8CEAA7F1}" dt="2026-02-24T08:59:12.560" v="713" actId="1076"/>
          <ac:spMkLst>
            <pc:docMk/>
            <pc:sldMk cId="1330310226" sldId="2147470628"/>
            <ac:spMk id="8" creationId="{2E9414DA-8D06-B268-401A-85A7C32499EB}"/>
          </ac:spMkLst>
        </pc:spChg>
        <pc:spChg chg="mod">
          <ac:chgData name="Sushil Soni, Vodafone" userId="42f61249-e00d-4778-bd06-353e57e7c4e6" providerId="ADAL" clId="{EA7ACA62-6246-40AD-896F-A77B8CEAA7F1}" dt="2026-02-24T08:59:18.909" v="714" actId="1076"/>
          <ac:spMkLst>
            <pc:docMk/>
            <pc:sldMk cId="1330310226" sldId="2147470628"/>
            <ac:spMk id="15" creationId="{05FC9F13-3E51-AFC6-261C-1424E551211E}"/>
          </ac:spMkLst>
        </pc:spChg>
        <pc:spChg chg="mod">
          <ac:chgData name="Sushil Soni, Vodafone" userId="42f61249-e00d-4778-bd06-353e57e7c4e6" providerId="ADAL" clId="{EA7ACA62-6246-40AD-896F-A77B8CEAA7F1}" dt="2026-02-24T08:52:13.056" v="408" actId="1037"/>
          <ac:spMkLst>
            <pc:docMk/>
            <pc:sldMk cId="1330310226" sldId="2147470628"/>
            <ac:spMk id="21" creationId="{B2329BB0-CFC5-18A2-F584-6D068E9821A8}"/>
          </ac:spMkLst>
        </pc:spChg>
        <pc:spChg chg="mod">
          <ac:chgData name="Sushil Soni, Vodafone" userId="42f61249-e00d-4778-bd06-353e57e7c4e6" providerId="ADAL" clId="{EA7ACA62-6246-40AD-896F-A77B8CEAA7F1}" dt="2026-02-24T08:52:13.056" v="408" actId="1037"/>
          <ac:spMkLst>
            <pc:docMk/>
            <pc:sldMk cId="1330310226" sldId="2147470628"/>
            <ac:spMk id="30" creationId="{0D5E0323-7E8A-A6DD-6CDC-F8CF94096235}"/>
          </ac:spMkLst>
        </pc:spChg>
        <pc:spChg chg="mod">
          <ac:chgData name="Sushil Soni, Vodafone" userId="42f61249-e00d-4778-bd06-353e57e7c4e6" providerId="ADAL" clId="{EA7ACA62-6246-40AD-896F-A77B8CEAA7F1}" dt="2026-02-24T08:55:33.978" v="480" actId="207"/>
          <ac:spMkLst>
            <pc:docMk/>
            <pc:sldMk cId="1330310226" sldId="2147470628"/>
            <ac:spMk id="62" creationId="{23AAF9B9-80D9-87D5-FB59-71DC7546D500}"/>
          </ac:spMkLst>
        </pc:spChg>
        <pc:spChg chg="mod">
          <ac:chgData name="Sushil Soni, Vodafone" userId="42f61249-e00d-4778-bd06-353e57e7c4e6" providerId="ADAL" clId="{EA7ACA62-6246-40AD-896F-A77B8CEAA7F1}" dt="2026-02-24T08:55:33.978" v="480" actId="207"/>
          <ac:spMkLst>
            <pc:docMk/>
            <pc:sldMk cId="1330310226" sldId="2147470628"/>
            <ac:spMk id="63" creationId="{AD1DBF47-6E57-0B2A-5C55-F44B8B4A24A0}"/>
          </ac:spMkLst>
        </pc:spChg>
        <pc:spChg chg="mod">
          <ac:chgData name="Sushil Soni, Vodafone" userId="42f61249-e00d-4778-bd06-353e57e7c4e6" providerId="ADAL" clId="{EA7ACA62-6246-40AD-896F-A77B8CEAA7F1}" dt="2026-02-24T08:55:33.978" v="480" actId="207"/>
          <ac:spMkLst>
            <pc:docMk/>
            <pc:sldMk cId="1330310226" sldId="2147470628"/>
            <ac:spMk id="64" creationId="{F3BE0A09-BF21-4994-E5F1-5AB3CBCBD554}"/>
          </ac:spMkLst>
        </pc:spChg>
        <pc:spChg chg="mod">
          <ac:chgData name="Sushil Soni, Vodafone" userId="42f61249-e00d-4778-bd06-353e57e7c4e6" providerId="ADAL" clId="{EA7ACA62-6246-40AD-896F-A77B8CEAA7F1}" dt="2026-02-24T08:55:33.978" v="480" actId="207"/>
          <ac:spMkLst>
            <pc:docMk/>
            <pc:sldMk cId="1330310226" sldId="2147470628"/>
            <ac:spMk id="69" creationId="{207E3152-3EBC-FCE6-AF34-A5082CAD47CD}"/>
          </ac:spMkLst>
        </pc:spChg>
        <pc:spChg chg="mod">
          <ac:chgData name="Sushil Soni, Vodafone" userId="42f61249-e00d-4778-bd06-353e57e7c4e6" providerId="ADAL" clId="{EA7ACA62-6246-40AD-896F-A77B8CEAA7F1}" dt="2026-02-24T08:55:33.978" v="480" actId="207"/>
          <ac:spMkLst>
            <pc:docMk/>
            <pc:sldMk cId="1330310226" sldId="2147470628"/>
            <ac:spMk id="71" creationId="{DC39D31A-3930-3758-2B3A-BDB205D81DDE}"/>
          </ac:spMkLst>
        </pc:spChg>
        <pc:spChg chg="mod">
          <ac:chgData name="Sushil Soni, Vodafone" userId="42f61249-e00d-4778-bd06-353e57e7c4e6" providerId="ADAL" clId="{EA7ACA62-6246-40AD-896F-A77B8CEAA7F1}" dt="2026-02-24T08:55:33.978" v="480" actId="207"/>
          <ac:spMkLst>
            <pc:docMk/>
            <pc:sldMk cId="1330310226" sldId="2147470628"/>
            <ac:spMk id="72" creationId="{5094F5FD-A520-BC8F-3A5D-0C765703F732}"/>
          </ac:spMkLst>
        </pc:spChg>
        <pc:spChg chg="mod">
          <ac:chgData name="Sushil Soni, Vodafone" userId="42f61249-e00d-4778-bd06-353e57e7c4e6" providerId="ADAL" clId="{EA7ACA62-6246-40AD-896F-A77B8CEAA7F1}" dt="2026-02-24T08:55:33.978" v="480" actId="207"/>
          <ac:spMkLst>
            <pc:docMk/>
            <pc:sldMk cId="1330310226" sldId="2147470628"/>
            <ac:spMk id="80" creationId="{4E427351-1F4D-0648-4A85-9434061D4D5D}"/>
          </ac:spMkLst>
        </pc:spChg>
        <pc:spChg chg="add mod">
          <ac:chgData name="Sushil Soni, Vodafone" userId="42f61249-e00d-4778-bd06-353e57e7c4e6" providerId="ADAL" clId="{EA7ACA62-6246-40AD-896F-A77B8CEAA7F1}" dt="2026-02-24T08:56:38.736" v="590" actId="1036"/>
          <ac:spMkLst>
            <pc:docMk/>
            <pc:sldMk cId="1330310226" sldId="2147470628"/>
            <ac:spMk id="84" creationId="{1E8B96A0-5596-BC97-E213-23D72E16D9C8}"/>
          </ac:spMkLst>
        </pc:spChg>
        <pc:spChg chg="mod">
          <ac:chgData name="Sushil Soni, Vodafone" userId="42f61249-e00d-4778-bd06-353e57e7c4e6" providerId="ADAL" clId="{EA7ACA62-6246-40AD-896F-A77B8CEAA7F1}" dt="2026-02-25T09:24:18.609" v="852" actId="14100"/>
          <ac:spMkLst>
            <pc:docMk/>
            <pc:sldMk cId="1330310226" sldId="2147470628"/>
            <ac:spMk id="92" creationId="{44D98E6B-4FFC-4C3E-5106-903ABE55295B}"/>
          </ac:spMkLst>
        </pc:spChg>
        <pc:spChg chg="mod">
          <ac:chgData name="Sushil Soni, Vodafone" userId="42f61249-e00d-4778-bd06-353e57e7c4e6" providerId="ADAL" clId="{EA7ACA62-6246-40AD-896F-A77B8CEAA7F1}" dt="2026-02-25T14:03:20.370" v="985" actId="1038"/>
          <ac:spMkLst>
            <pc:docMk/>
            <pc:sldMk cId="1330310226" sldId="2147470628"/>
            <ac:spMk id="122" creationId="{71CD513F-50CF-37C1-BE52-0741D5B505F4}"/>
          </ac:spMkLst>
        </pc:spChg>
        <pc:grpChg chg="mod">
          <ac:chgData name="Sushil Soni, Vodafone" userId="42f61249-e00d-4778-bd06-353e57e7c4e6" providerId="ADAL" clId="{EA7ACA62-6246-40AD-896F-A77B8CEAA7F1}" dt="2026-02-24T08:52:13.056" v="408" actId="1037"/>
          <ac:grpSpMkLst>
            <pc:docMk/>
            <pc:sldMk cId="1330310226" sldId="2147470628"/>
            <ac:grpSpMk id="43" creationId="{2277AB26-7CF3-60AC-876B-7ABD070C6766}"/>
          </ac:grpSpMkLst>
        </pc:grpChg>
        <pc:grpChg chg="mod">
          <ac:chgData name="Sushil Soni, Vodafone" userId="42f61249-e00d-4778-bd06-353e57e7c4e6" providerId="ADAL" clId="{EA7ACA62-6246-40AD-896F-A77B8CEAA7F1}" dt="2026-02-24T08:52:13.056" v="408" actId="1037"/>
          <ac:grpSpMkLst>
            <pc:docMk/>
            <pc:sldMk cId="1330310226" sldId="2147470628"/>
            <ac:grpSpMk id="44" creationId="{6A05D550-3A71-9DA0-47AE-5AC8344C2494}"/>
          </ac:grpSpMkLst>
        </pc:grpChg>
        <pc:grpChg chg="mod">
          <ac:chgData name="Sushil Soni, Vodafone" userId="42f61249-e00d-4778-bd06-353e57e7c4e6" providerId="ADAL" clId="{EA7ACA62-6246-40AD-896F-A77B8CEAA7F1}" dt="2026-02-24T08:56:38.736" v="590" actId="1036"/>
          <ac:grpSpMkLst>
            <pc:docMk/>
            <pc:sldMk cId="1330310226" sldId="2147470628"/>
            <ac:grpSpMk id="61" creationId="{C3255A7D-712F-71C5-34AD-E08F771673FA}"/>
          </ac:grpSpMkLst>
        </pc:grpChg>
        <pc:picChg chg="mod">
          <ac:chgData name="Sushil Soni, Vodafone" userId="42f61249-e00d-4778-bd06-353e57e7c4e6" providerId="ADAL" clId="{EA7ACA62-6246-40AD-896F-A77B8CEAA7F1}" dt="2026-02-24T08:52:13.056" v="408" actId="1037"/>
          <ac:picMkLst>
            <pc:docMk/>
            <pc:sldMk cId="1330310226" sldId="2147470628"/>
            <ac:picMk id="56" creationId="{C8246ED7-AECD-1321-A5A7-969C9FAB67D0}"/>
          </ac:picMkLst>
        </pc:picChg>
        <pc:picChg chg="mod">
          <ac:chgData name="Sushil Soni, Vodafone" userId="42f61249-e00d-4778-bd06-353e57e7c4e6" providerId="ADAL" clId="{EA7ACA62-6246-40AD-896F-A77B8CEAA7F1}" dt="2026-02-24T08:52:13.056" v="408" actId="1037"/>
          <ac:picMkLst>
            <pc:docMk/>
            <pc:sldMk cId="1330310226" sldId="2147470628"/>
            <ac:picMk id="57" creationId="{8935D077-61E3-B94E-954A-FB8634CD6E4B}"/>
          </ac:picMkLst>
        </pc:picChg>
        <pc:picChg chg="mod">
          <ac:chgData name="Sushil Soni, Vodafone" userId="42f61249-e00d-4778-bd06-353e57e7c4e6" providerId="ADAL" clId="{EA7ACA62-6246-40AD-896F-A77B8CEAA7F1}" dt="2026-02-24T08:57:37.505" v="700" actId="1035"/>
          <ac:picMkLst>
            <pc:docMk/>
            <pc:sldMk cId="1330310226" sldId="2147470628"/>
            <ac:picMk id="67" creationId="{7A2F9271-56E1-A060-8E14-C481D5923C64}"/>
          </ac:picMkLst>
        </pc:picChg>
        <pc:picChg chg="mod">
          <ac:chgData name="Sushil Soni, Vodafone" userId="42f61249-e00d-4778-bd06-353e57e7c4e6" providerId="ADAL" clId="{EA7ACA62-6246-40AD-896F-A77B8CEAA7F1}" dt="2026-02-24T08:57:45.123" v="712" actId="1038"/>
          <ac:picMkLst>
            <pc:docMk/>
            <pc:sldMk cId="1330310226" sldId="2147470628"/>
            <ac:picMk id="68" creationId="{F9807164-A73B-8454-F2E0-DA525A1DBF74}"/>
          </ac:picMkLst>
        </pc:picChg>
        <pc:picChg chg="mod">
          <ac:chgData name="Sushil Soni, Vodafone" userId="42f61249-e00d-4778-bd06-353e57e7c4e6" providerId="ADAL" clId="{EA7ACA62-6246-40AD-896F-A77B8CEAA7F1}" dt="2026-02-24T08:55:33.978" v="480" actId="207"/>
          <ac:picMkLst>
            <pc:docMk/>
            <pc:sldMk cId="1330310226" sldId="2147470628"/>
            <ac:picMk id="76" creationId="{CE421689-CE1D-C3A1-D6C3-EA04CFF7A2EC}"/>
          </ac:picMkLst>
        </pc:picChg>
        <pc:picChg chg="mod">
          <ac:chgData name="Sushil Soni, Vodafone" userId="42f61249-e00d-4778-bd06-353e57e7c4e6" providerId="ADAL" clId="{EA7ACA62-6246-40AD-896F-A77B8CEAA7F1}" dt="2026-02-24T08:55:33.978" v="480" actId="207"/>
          <ac:picMkLst>
            <pc:docMk/>
            <pc:sldMk cId="1330310226" sldId="2147470628"/>
            <ac:picMk id="78" creationId="{949DB664-4083-230F-9A3C-BB6BB8861EE5}"/>
          </ac:picMkLst>
        </pc:picChg>
        <pc:picChg chg="mod">
          <ac:chgData name="Sushil Soni, Vodafone" userId="42f61249-e00d-4778-bd06-353e57e7c4e6" providerId="ADAL" clId="{EA7ACA62-6246-40AD-896F-A77B8CEAA7F1}" dt="2026-02-24T08:55:33.978" v="480" actId="207"/>
          <ac:picMkLst>
            <pc:docMk/>
            <pc:sldMk cId="1330310226" sldId="2147470628"/>
            <ac:picMk id="79" creationId="{787C982C-8904-F98A-76AF-39177329DB2A}"/>
          </ac:picMkLst>
        </pc:picChg>
        <pc:picChg chg="add mod">
          <ac:chgData name="Sushil Soni, Vodafone" userId="42f61249-e00d-4778-bd06-353e57e7c4e6" providerId="ADAL" clId="{EA7ACA62-6246-40AD-896F-A77B8CEAA7F1}" dt="2026-02-24T08:56:38.736" v="590" actId="1036"/>
          <ac:picMkLst>
            <pc:docMk/>
            <pc:sldMk cId="1330310226" sldId="2147470628"/>
            <ac:picMk id="83" creationId="{3F5B865B-109F-E1D7-97D3-7CDDFE559F47}"/>
          </ac:picMkLst>
        </pc:picChg>
        <pc:cxnChg chg="mod">
          <ac:chgData name="Sushil Soni, Vodafone" userId="42f61249-e00d-4778-bd06-353e57e7c4e6" providerId="ADAL" clId="{EA7ACA62-6246-40AD-896F-A77B8CEAA7F1}" dt="2026-02-24T08:53:37.293" v="474" actId="14100"/>
          <ac:cxnSpMkLst>
            <pc:docMk/>
            <pc:sldMk cId="1330310226" sldId="2147470628"/>
            <ac:cxnSpMk id="59" creationId="{BB874D96-4504-E7FD-82AD-DF10B8737488}"/>
          </ac:cxnSpMkLst>
        </pc:cxnChg>
        <pc:cxnChg chg="add mod">
          <ac:chgData name="Sushil Soni, Vodafone" userId="42f61249-e00d-4778-bd06-353e57e7c4e6" providerId="ADAL" clId="{EA7ACA62-6246-40AD-896F-A77B8CEAA7F1}" dt="2026-02-24T08:57:10.072" v="593" actId="1076"/>
          <ac:cxnSpMkLst>
            <pc:docMk/>
            <pc:sldMk cId="1330310226" sldId="2147470628"/>
            <ac:cxnSpMk id="86" creationId="{33605172-69D3-5C49-3A88-120C1B009CC3}"/>
          </ac:cxnSpMkLst>
        </pc:cxnChg>
      </pc:sldChg>
      <pc:sldChg chg="addSp delSp modSp new mod ord">
        <pc:chgData name="Sushil Soni, Vodafone" userId="42f61249-e00d-4778-bd06-353e57e7c4e6" providerId="ADAL" clId="{EA7ACA62-6246-40AD-896F-A77B8CEAA7F1}" dt="2026-02-26T06:09:12.201" v="2123" actId="207"/>
        <pc:sldMkLst>
          <pc:docMk/>
          <pc:sldMk cId="3991684126" sldId="2147470629"/>
        </pc:sldMkLst>
        <pc:spChg chg="del mod">
          <ac:chgData name="Sushil Soni, Vodafone" userId="42f61249-e00d-4778-bd06-353e57e7c4e6" providerId="ADAL" clId="{EA7ACA62-6246-40AD-896F-A77B8CEAA7F1}" dt="2026-02-26T04:19:51.475" v="997" actId="478"/>
          <ac:spMkLst>
            <pc:docMk/>
            <pc:sldMk cId="3991684126" sldId="2147470629"/>
            <ac:spMk id="2" creationId="{3ABF4D33-D5EA-F01C-A75B-60B78F220FA4}"/>
          </ac:spMkLst>
        </pc:spChg>
        <pc:spChg chg="del">
          <ac:chgData name="Sushil Soni, Vodafone" userId="42f61249-e00d-4778-bd06-353e57e7c4e6" providerId="ADAL" clId="{EA7ACA62-6246-40AD-896F-A77B8CEAA7F1}" dt="2026-02-26T04:19:26.576" v="990" actId="22"/>
          <ac:spMkLst>
            <pc:docMk/>
            <pc:sldMk cId="3991684126" sldId="2147470629"/>
            <ac:spMk id="3" creationId="{2EA7CFBC-D011-4799-EC29-EB0DBB067392}"/>
          </ac:spMkLst>
        </pc:spChg>
        <pc:spChg chg="mod">
          <ac:chgData name="Sushil Soni, Vodafone" userId="42f61249-e00d-4778-bd06-353e57e7c4e6" providerId="ADAL" clId="{EA7ACA62-6246-40AD-896F-A77B8CEAA7F1}" dt="2026-02-26T06:09:12.201" v="2123" actId="207"/>
          <ac:spMkLst>
            <pc:docMk/>
            <pc:sldMk cId="3991684126" sldId="2147470629"/>
            <ac:spMk id="4" creationId="{F5886D5A-312D-0DDC-BC99-339B19F1CA3F}"/>
          </ac:spMkLst>
        </pc:spChg>
        <pc:spChg chg="add del mod">
          <ac:chgData name="Sushil Soni, Vodafone" userId="42f61249-e00d-4778-bd06-353e57e7c4e6" providerId="ADAL" clId="{EA7ACA62-6246-40AD-896F-A77B8CEAA7F1}" dt="2026-02-26T04:21:06.571" v="1005" actId="22"/>
          <ac:spMkLst>
            <pc:docMk/>
            <pc:sldMk cId="3991684126" sldId="2147470629"/>
            <ac:spMk id="8" creationId="{95EBF741-F9A6-3C5F-B34F-4E759BEF053F}"/>
          </ac:spMkLst>
        </pc:spChg>
        <pc:picChg chg="add del mod ord">
          <ac:chgData name="Sushil Soni, Vodafone" userId="42f61249-e00d-4778-bd06-353e57e7c4e6" providerId="ADAL" clId="{EA7ACA62-6246-40AD-896F-A77B8CEAA7F1}" dt="2026-02-26T04:20:39.514" v="1004" actId="478"/>
          <ac:picMkLst>
            <pc:docMk/>
            <pc:sldMk cId="3991684126" sldId="2147470629"/>
            <ac:picMk id="6" creationId="{8D95D7A5-7A62-3047-A0FD-3C01645DCBB9}"/>
          </ac:picMkLst>
        </pc:picChg>
        <pc:picChg chg="add mod ord">
          <ac:chgData name="Sushil Soni, Vodafone" userId="42f61249-e00d-4778-bd06-353e57e7c4e6" providerId="ADAL" clId="{EA7ACA62-6246-40AD-896F-A77B8CEAA7F1}" dt="2026-02-26T04:21:23.204" v="1009" actId="14100"/>
          <ac:picMkLst>
            <pc:docMk/>
            <pc:sldMk cId="3991684126" sldId="2147470629"/>
            <ac:picMk id="10" creationId="{85F762E6-79A9-1F90-10F4-FA5BBB7FC8F4}"/>
          </ac:picMkLst>
        </pc:picChg>
      </pc:sldChg>
      <pc:sldChg chg="addSp delSp modSp new mod ord">
        <pc:chgData name="Sushil Soni, Vodafone" userId="42f61249-e00d-4778-bd06-353e57e7c4e6" providerId="ADAL" clId="{EA7ACA62-6246-40AD-896F-A77B8CEAA7F1}" dt="2026-02-26T09:39:03.744" v="2130" actId="20577"/>
        <pc:sldMkLst>
          <pc:docMk/>
          <pc:sldMk cId="3389512670" sldId="2147470630"/>
        </pc:sldMkLst>
        <pc:spChg chg="del mod">
          <ac:chgData name="Sushil Soni, Vodafone" userId="42f61249-e00d-4778-bd06-353e57e7c4e6" providerId="ADAL" clId="{EA7ACA62-6246-40AD-896F-A77B8CEAA7F1}" dt="2026-02-26T05:27:21.694" v="1633" actId="478"/>
          <ac:spMkLst>
            <pc:docMk/>
            <pc:sldMk cId="3389512670" sldId="2147470630"/>
            <ac:spMk id="2" creationId="{6B58A9D7-BDB1-B7E6-9CE4-DBAB9BBF2308}"/>
          </ac:spMkLst>
        </pc:spChg>
        <pc:spChg chg="mod">
          <ac:chgData name="Sushil Soni, Vodafone" userId="42f61249-e00d-4778-bd06-353e57e7c4e6" providerId="ADAL" clId="{EA7ACA62-6246-40AD-896F-A77B8CEAA7F1}" dt="2026-02-26T05:59:57.969" v="1861" actId="20577"/>
          <ac:spMkLst>
            <pc:docMk/>
            <pc:sldMk cId="3389512670" sldId="2147470630"/>
            <ac:spMk id="3" creationId="{68C59B85-A4EC-50EF-BFFA-3A233D2336D0}"/>
          </ac:spMkLst>
        </pc:spChg>
        <pc:spChg chg="mod">
          <ac:chgData name="Sushil Soni, Vodafone" userId="42f61249-e00d-4778-bd06-353e57e7c4e6" providerId="ADAL" clId="{EA7ACA62-6246-40AD-896F-A77B8CEAA7F1}" dt="2026-02-26T06:08:33.399" v="2119" actId="207"/>
          <ac:spMkLst>
            <pc:docMk/>
            <pc:sldMk cId="3389512670" sldId="2147470630"/>
            <ac:spMk id="4" creationId="{02F8AB1F-776C-04C7-721A-1E913CD72990}"/>
          </ac:spMkLst>
        </pc:spChg>
        <pc:spChg chg="add mod">
          <ac:chgData name="Sushil Soni, Vodafone" userId="42f61249-e00d-4778-bd06-353e57e7c4e6" providerId="ADAL" clId="{EA7ACA62-6246-40AD-896F-A77B8CEAA7F1}" dt="2026-02-26T06:08:37.285" v="2120" actId="207"/>
          <ac:spMkLst>
            <pc:docMk/>
            <pc:sldMk cId="3389512670" sldId="2147470630"/>
            <ac:spMk id="5" creationId="{45A820E8-80BB-143E-2AC7-42CB21683752}"/>
          </ac:spMkLst>
        </pc:spChg>
        <pc:spChg chg="add mod">
          <ac:chgData name="Sushil Soni, Vodafone" userId="42f61249-e00d-4778-bd06-353e57e7c4e6" providerId="ADAL" clId="{EA7ACA62-6246-40AD-896F-A77B8CEAA7F1}" dt="2026-02-26T09:39:03.744" v="2130" actId="20577"/>
          <ac:spMkLst>
            <pc:docMk/>
            <pc:sldMk cId="3389512670" sldId="2147470630"/>
            <ac:spMk id="6" creationId="{5C6AEF61-FB5D-E5ED-3BC5-86997581EEF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18CE4-0E85-4CD6-9C73-4BBCE6E1D6F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CD32D-C91B-42C5-A0E8-BD66BAA05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07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usiness 0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29464C-F365-4D4E-8D49-EE3149C16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890F5E-F705-DE4C-BE0B-FD9E227B2D2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0000"/>
                </a:schemeClr>
              </a:gs>
              <a:gs pos="29000">
                <a:schemeClr val="tx1">
                  <a:alpha val="0"/>
                </a:schemeClr>
              </a:gs>
            </a:gsLst>
            <a:lin ang="4200000" scaled="0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467" tIns="8467" rIns="8467" bIns="8467" numCol="1" spcCol="1270" rtlCol="0" anchor="ctr" anchorCtr="0">
            <a:noAutofit/>
          </a:bodyPr>
          <a:lstStyle/>
          <a:p>
            <a:pPr algn="ctr" defTabSz="59265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333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4433" y="380276"/>
            <a:ext cx="5617633" cy="961691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3467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34433" y="1579235"/>
            <a:ext cx="2783840" cy="910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133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2A0B60-7AF1-BA4F-8956-31372DACF9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566" y="6062988"/>
            <a:ext cx="1584001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80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usiness 0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29464C-F365-4D4E-8D49-EE3149C16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4433" y="380276"/>
            <a:ext cx="5617633" cy="961691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3467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34433" y="1579235"/>
            <a:ext cx="2783840" cy="910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133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986AE0-2FF5-F543-BD39-1EAF6417AC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566" y="6062988"/>
            <a:ext cx="1584001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6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usiness 0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2B661B3-6C70-2545-B622-D504D80B26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4433" y="380276"/>
            <a:ext cx="5617633" cy="961691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3467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34432" y="1579201"/>
            <a:ext cx="2783840" cy="910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133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9717F0-3483-804E-8F5B-17BF62D523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566" y="6062988"/>
            <a:ext cx="1584001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802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usiness 1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87D46AA-0AD7-2C4C-AF6D-44841AA91A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4433" y="380276"/>
            <a:ext cx="5617633" cy="961691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3467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34433" y="1579235"/>
            <a:ext cx="2783840" cy="910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133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B7C215-C8A7-DD43-9738-A38B5E1696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566" y="6062988"/>
            <a:ext cx="1584001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854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usiness 1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350D3BD-F983-4141-ADCC-8672B0696D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4433" y="380276"/>
            <a:ext cx="5617633" cy="961691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3467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34432" y="1579201"/>
            <a:ext cx="2783840" cy="910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133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9DCB0-66C7-4F4D-8BCA-5C76F3CD8E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566" y="6062988"/>
            <a:ext cx="1584001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91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usiness 1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773AFB8-ADE8-EB4A-B754-FD1C9F92B1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34433" y="380276"/>
            <a:ext cx="5617633" cy="961691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3467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34432" y="1579201"/>
            <a:ext cx="2783840" cy="910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133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FADDEE-29B0-F249-8E36-ED24227AAB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566" y="6062988"/>
            <a:ext cx="1584001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5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AD NUMBERED">
    <p:bg>
      <p:bgPr>
        <a:gradFill flip="none" rotWithShape="1">
          <a:gsLst>
            <a:gs pos="20000">
              <a:srgbClr val="820000"/>
            </a:gs>
            <a:gs pos="100000">
              <a:schemeClr val="accent1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757" y="361112"/>
            <a:ext cx="5904176" cy="1315288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BF2B5B-A0CD-B640-AD88-7E3A5F9BF4C6}" type="datetime4">
              <a:rPr lang="en-GB" smtClean="0"/>
              <a:t>24 February 2026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5758" y="3756113"/>
            <a:ext cx="5484636" cy="2526687"/>
          </a:xfrm>
        </p:spPr>
        <p:txBody>
          <a:bodyPr/>
          <a:lstStyle>
            <a:lvl1pPr marL="16933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0" b="1" kern="1200" spc="-533" baseline="0" dirty="0">
                <a:ln w="19050">
                  <a:solidFill>
                    <a:schemeClr val="bg1"/>
                  </a:solidFill>
                </a:ln>
                <a:noFill/>
                <a:latin typeface="Vodafone Rg"/>
                <a:ea typeface="+mn-ea"/>
                <a:cs typeface="Vodafone Rg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6C26B0-CCF2-F648-A798-0EE991C3DA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50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EY NUMBERED">
    <p:bg>
      <p:bgPr>
        <a:solidFill>
          <a:srgbClr val="25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757" y="361112"/>
            <a:ext cx="5904176" cy="1315288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7C6EB4-D3FB-4040-8A1F-BED3E076871F}" type="datetime4">
              <a:rPr lang="en-GB" smtClean="0"/>
              <a:t>24 February 2026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5758" y="3756113"/>
            <a:ext cx="5484636" cy="2526687"/>
          </a:xfrm>
        </p:spPr>
        <p:txBody>
          <a:bodyPr/>
          <a:lstStyle>
            <a:lvl1pPr marL="16933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0" b="1" kern="1200" spc="-533" baseline="0" dirty="0">
                <a:ln w="19050">
                  <a:solidFill>
                    <a:schemeClr val="bg1"/>
                  </a:solidFill>
                </a:ln>
                <a:noFill/>
                <a:latin typeface="Vodafone Rg"/>
                <a:ea typeface="+mn-ea"/>
                <a:cs typeface="Vodafone Rg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3897F5-F561-5B4E-850F-6435E6A817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357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 NUMBE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757" y="361112"/>
            <a:ext cx="5904176" cy="1315288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ADE049-1891-1449-9636-1CF55F225DAA}" type="datetime4">
              <a:rPr lang="en-GB" smtClean="0"/>
              <a:t>24 February 2026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5758" y="3756113"/>
            <a:ext cx="5484636" cy="2526687"/>
          </a:xfrm>
        </p:spPr>
        <p:txBody>
          <a:bodyPr/>
          <a:lstStyle>
            <a:lvl1pPr marL="16933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0" b="1" kern="1200" spc="-533" baseline="0" dirty="0">
                <a:ln w="19050">
                  <a:solidFill>
                    <a:schemeClr val="bg1"/>
                  </a:solidFill>
                </a:ln>
                <a:noFill/>
                <a:latin typeface="Vodafone Rg"/>
                <a:ea typeface="+mn-ea"/>
                <a:cs typeface="Vodafone Rg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DCB6E0-1124-2648-9A9A-2536D8576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AD">
    <p:bg>
      <p:bgPr>
        <a:gradFill flip="none" rotWithShape="1">
          <a:gsLst>
            <a:gs pos="20000">
              <a:srgbClr val="820000"/>
            </a:gs>
            <a:gs pos="100000">
              <a:schemeClr val="accent1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6000" y="2469000"/>
            <a:ext cx="9120000" cy="1920000"/>
          </a:xfrm>
        </p:spPr>
        <p:txBody>
          <a:bodyPr anchor="ctr" anchorCtr="1">
            <a:noAutofit/>
          </a:bodyPr>
          <a:lstStyle>
            <a:lvl1pPr algn="ctr">
              <a:lnSpc>
                <a:spcPct val="85000"/>
              </a:lnSpc>
              <a:defRPr sz="48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B8AB9A-4982-5343-A59F-B510231EE64F}" type="datetime4">
              <a:rPr lang="en-GB" smtClean="0"/>
              <a:t>24 February 2026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C02BC2-6DCB-4942-B518-B8305FCAA4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39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EY">
    <p:bg>
      <p:bgPr>
        <a:solidFill>
          <a:srgbClr val="25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6000" y="2469000"/>
            <a:ext cx="9120000" cy="1920000"/>
          </a:xfrm>
        </p:spPr>
        <p:txBody>
          <a:bodyPr anchor="ctr" anchorCtr="1">
            <a:noAutofit/>
          </a:bodyPr>
          <a:lstStyle>
            <a:lvl1pPr algn="ctr">
              <a:lnSpc>
                <a:spcPct val="85000"/>
              </a:lnSpc>
              <a:defRPr sz="48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0739BA-61C9-3A46-938B-A59A0BB8CA5E}" type="datetime4">
              <a:rPr lang="en-GB" smtClean="0"/>
              <a:t>24 February 2026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5DEAEB-88CF-5C47-91E5-2870713B18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87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6000" y="2469000"/>
            <a:ext cx="9120000" cy="1920000"/>
          </a:xfrm>
        </p:spPr>
        <p:txBody>
          <a:bodyPr anchor="ctr" anchorCtr="1">
            <a:noAutofit/>
          </a:bodyPr>
          <a:lstStyle>
            <a:lvl1pPr algn="ctr">
              <a:lnSpc>
                <a:spcPct val="85000"/>
              </a:lnSpc>
              <a:defRPr sz="48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410CFC-2243-424E-BF28-D5CEE646A580}" type="datetime4">
              <a:rPr lang="en-GB" smtClean="0"/>
              <a:t>24 February 2026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BFE641-D101-EA4E-9FEF-0C22A0D166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435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4434" y="274638"/>
            <a:ext cx="8718551" cy="8899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24 February 2026</a:t>
            </a:fld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334434" y="1164610"/>
            <a:ext cx="11523133" cy="48043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06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 algn="l"/>
            <a:r>
              <a:rPr lang="en-GB" dirty="0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E7B89AC-F697-9C4E-A7D8-C177B3B47A01}" type="datetime4">
              <a:rPr lang="en-GB" smtClean="0"/>
              <a:t>24 February 2026</a:t>
            </a:fld>
            <a:endParaRPr lang="en-GB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6239934" y="1164168"/>
            <a:ext cx="5617633" cy="4804833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>
          <a:xfrm>
            <a:off x="334434" y="1164168"/>
            <a:ext cx="5617633" cy="4804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706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 algn="l"/>
            <a:r>
              <a:rPr lang="en-GB" dirty="0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6A608D5-C657-DC42-A1B2-26A46C8A02FA}" type="datetime4">
              <a:rPr lang="en-GB" smtClean="0"/>
              <a:t>24 February 2026</a:t>
            </a:fld>
            <a:endParaRPr lang="en-GB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8"/>
          </p:nvPr>
        </p:nvSpPr>
        <p:spPr>
          <a:xfrm>
            <a:off x="6239934" y="1168400"/>
            <a:ext cx="5617633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115D5B-3072-EC4E-89A6-AF67ED2243E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4434" y="1172634"/>
            <a:ext cx="5617633" cy="47963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7943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algn="l"/>
            <a:r>
              <a:rPr lang="en-GB" dirty="0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B7769DD-D272-D646-A257-0453CD467C3E}" type="datetime4">
              <a:rPr lang="en-GB" smtClean="0"/>
              <a:t>24 February 2026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467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algn="l"/>
            <a:r>
              <a:rPr lang="en-GB" dirty="0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78654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x3 Video placehol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2144535" y="355601"/>
            <a:ext cx="7902932" cy="5927199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Insert 4x3 video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45ED23-7495-1646-8BCB-5A6FF7F21C49}" type="datetime4">
              <a:rPr lang="en-GB" smtClean="0"/>
              <a:t>24 February 2026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673D41-657A-FC4E-9B43-C98AA0C6E4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71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x9 Video placehol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1096434" y="355200"/>
            <a:ext cx="9999135" cy="5624513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Insert 16x9 video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Confidentiality Level in slide footer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5EE47C-76BC-9249-A0A3-BD7DE5F5A677}" type="datetime4">
              <a:rPr lang="en-GB" smtClean="0"/>
              <a:t>24 February 2026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983CA-FED8-1646-A75D-9A5832006D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99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frame 16x9 Video placehol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Insert full frame 16x9 video</a:t>
            </a:r>
          </a:p>
        </p:txBody>
      </p:sp>
    </p:spTree>
    <p:extLst>
      <p:ext uri="{BB962C8B-B14F-4D97-AF65-F5344CB8AC3E}">
        <p14:creationId xmlns:p14="http://schemas.microsoft.com/office/powerpoint/2010/main" val="2454476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F Business GRAD">
    <p:bg>
      <p:bgPr>
        <a:gradFill>
          <a:gsLst>
            <a:gs pos="20000">
              <a:srgbClr val="820000"/>
            </a:gs>
            <a:gs pos="100000">
              <a:schemeClr val="accent1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8F5CF4-E0EE-344C-9718-8492D37ABD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2334" y="2252134"/>
            <a:ext cx="1947333" cy="235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39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F Business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00F4C7-F503-0343-A961-D066F41F53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2334" y="2252134"/>
            <a:ext cx="1947333" cy="235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024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0" y="6451006"/>
            <a:ext cx="4114800" cy="365125"/>
          </a:xfrm>
        </p:spPr>
        <p:txBody>
          <a:bodyPr/>
          <a:lstStyle/>
          <a:p>
            <a:pPr algn="l"/>
            <a:r>
              <a:rPr lang="en-US" dirty="0"/>
              <a:t>© Kalyan Reddy </a:t>
            </a:r>
            <a:r>
              <a:rPr lang="en-US" dirty="0" err="1"/>
              <a:t>Daida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404D94-AC54-F344-B51A-76FE094D9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861"/>
            <a:ext cx="10515600" cy="465910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7D18E9C-71B9-6048-8B72-C5BBB56E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990709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sz="2000" dirty="0"/>
              <a:t>Sub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87573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C02986CC-D516-6547-954E-BA4F692DAA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0097" y="3249001"/>
            <a:ext cx="3815927" cy="2591988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920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20772" algn="l"/>
              </a:tabLst>
              <a:defRPr lang="ru-RU" sz="4000" b="1" i="0" kern="1200" spc="0" baseline="0" dirty="0">
                <a:solidFill>
                  <a:schemeClr val="tx2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r>
              <a:rPr lang="en-US"/>
              <a:t>NAME OF YOUR TOP SLIDE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7311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70B5-2641-4048-A5B7-426327B0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084"/>
            <a:ext cx="10515819" cy="831928"/>
          </a:xfrm>
          <a:prstGeom prst="rect">
            <a:avLst/>
          </a:prstGeom>
        </p:spPr>
        <p:txBody>
          <a:bodyPr anchor="ctr"/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46021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8718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8628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8594D8-4B2A-49A3-B0DD-DB765D23E1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10926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TITLE + TEXT">
    <p:bg>
      <p:bgPr>
        <a:solidFill>
          <a:schemeClr val="accent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3392600" y="725600"/>
            <a:ext cx="5406800" cy="540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898" tIns="121898" rIns="121898" bIns="12189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1"/>
          </p:nvPr>
        </p:nvSpPr>
        <p:spPr>
          <a:xfrm>
            <a:off x="4280400" y="3275133"/>
            <a:ext cx="3631200" cy="12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4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4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2761000" y="2430867"/>
            <a:ext cx="667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68439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>
                <a:solidFill>
                  <a:srgbClr val="272E3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80709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009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4433" y="274638"/>
            <a:ext cx="11514035" cy="8899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33" y="1164610"/>
            <a:ext cx="7848600" cy="4804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820394" y="6284182"/>
            <a:ext cx="551213" cy="31851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67">
                <a:solidFill>
                  <a:schemeClr val="tx1"/>
                </a:solidFill>
                <a:latin typeface="Vodafone Lt" panose="020B0606040202020204" pitchFamily="34" charset="0"/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37860" y="6282799"/>
            <a:ext cx="2783840" cy="31851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IE" sz="1067" kern="1200" dirty="0">
                <a:solidFill>
                  <a:schemeClr val="tx1"/>
                </a:solidFill>
                <a:latin typeface="Vodafone Lt" panose="020B0606040202020204" pitchFamily="34" charset="0"/>
                <a:ea typeface="+mn-ea"/>
                <a:cs typeface="+mn-cs"/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>
          <a:xfrm>
            <a:off x="8183034" y="6282799"/>
            <a:ext cx="2090533" cy="31851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>
              <a:defRPr lang="en-GB" sz="1067" smtClean="0">
                <a:latin typeface="Vodafone Lt" panose="020B0606040202020204" pitchFamily="34" charset="0"/>
              </a:defRPr>
            </a:lvl1pPr>
          </a:lstStyle>
          <a:p>
            <a:fld id="{43F9EC2C-6771-AF47-897F-6EA10AAE18DD}" type="datetime4">
              <a:rPr lang="en-GB" smtClean="0"/>
              <a:t>24 February 2026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A98DC4-8798-1246-BB65-D4FF449CFE78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9121" y="6062988"/>
            <a:ext cx="528447" cy="528000"/>
          </a:xfrm>
          <a:prstGeom prst="rect">
            <a:avLst/>
          </a:prstGeom>
        </p:spPr>
      </p:pic>
      <p:sp>
        <p:nvSpPr>
          <p:cNvPr id="8" name="MSIPCMContentMarking" descr="{&quot;HashCode&quot;:-1699574231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5001FB14-8E3F-79BB-CD55-20656A618E1F}"/>
              </a:ext>
            </a:extLst>
          </p:cNvPr>
          <p:cNvSpPr txBox="1"/>
          <p:nvPr userDrawn="1"/>
        </p:nvSpPr>
        <p:spPr>
          <a:xfrm>
            <a:off x="0" y="6646927"/>
            <a:ext cx="619703" cy="211073"/>
          </a:xfrm>
          <a:prstGeom prst="rect">
            <a:avLst/>
          </a:prstGeom>
        </p:spPr>
        <p:txBody>
          <a:bodyPr vert="horz" wrap="square" lIns="0" tIns="0" rIns="0" bIns="0" rtlCol="0" anchor="ctr" anchorCtr="1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sz="700">
                <a:solidFill>
                  <a:srgbClr val="000000"/>
                </a:solidFill>
                <a:latin typeface="Calibri" panose="020F0502020204030204" pitchFamily="34" charset="0"/>
              </a:rPr>
              <a:t>C2 General</a:t>
            </a:r>
            <a:endParaRPr lang="en-US" sz="7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04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723" r:id="rId23"/>
  </p:sldLayoutIdLst>
  <p:hf hdr="0"/>
  <p:txStyles>
    <p:titleStyle>
      <a:lvl1pPr algn="l" defTabSz="121917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Vodafone Rg" pitchFamily="34" charset="0"/>
          <a:ea typeface="+mj-ea"/>
          <a:cs typeface="+mj-cs"/>
        </a:defRPr>
      </a:lvl1pPr>
    </p:titleStyle>
    <p:bodyStyle>
      <a:lvl1pPr marL="184146" indent="-184146" algn="l" defTabSz="1219170" rtl="0" eaLnBrk="1" latinLnBrk="0" hangingPunct="1">
        <a:spcBef>
          <a:spcPts val="0"/>
        </a:spcBef>
        <a:spcAft>
          <a:spcPts val="800"/>
        </a:spcAft>
        <a:buClr>
          <a:schemeClr val="accent1"/>
        </a:buClr>
        <a:buFont typeface="Arial" pitchFamily="34" charset="0"/>
        <a:buChar char="•"/>
        <a:defRPr sz="2400" kern="1200">
          <a:solidFill>
            <a:schemeClr val="tx1"/>
          </a:solidFill>
          <a:latin typeface="Vodafone Rg" pitchFamily="34" charset="0"/>
          <a:ea typeface="+mn-ea"/>
          <a:cs typeface="+mn-cs"/>
        </a:defRPr>
      </a:lvl1pPr>
      <a:lvl2pPr marL="463539" indent="-196846" algn="l" defTabSz="121917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Calibri" pitchFamily="34" charset="0"/>
        <a:buChar char="–"/>
        <a:defRPr sz="1867" kern="1200">
          <a:solidFill>
            <a:schemeClr val="tx1"/>
          </a:solidFill>
          <a:latin typeface="Vodafone Rg" pitchFamily="34" charset="0"/>
          <a:ea typeface="+mn-ea"/>
          <a:cs typeface="+mn-cs"/>
        </a:defRPr>
      </a:lvl2pPr>
      <a:lvl3pPr marL="514338" indent="194728" algn="l" defTabSz="121917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Calibri" pitchFamily="34" charset="0"/>
        <a:buChar char="–"/>
        <a:defRPr sz="1867" kern="1200">
          <a:solidFill>
            <a:schemeClr val="tx1"/>
          </a:solidFill>
          <a:latin typeface="Vodafone Rg" pitchFamily="34" charset="0"/>
          <a:ea typeface="+mn-ea"/>
          <a:cs typeface="+mn-cs"/>
        </a:defRPr>
      </a:lvl3pPr>
      <a:lvl4pPr marL="956709" indent="-201079" algn="l" defTabSz="1219170" rtl="0" eaLnBrk="1" latinLnBrk="0" hangingPunct="1">
        <a:spcBef>
          <a:spcPct val="20000"/>
        </a:spcBef>
        <a:buClr>
          <a:schemeClr val="accent1"/>
        </a:buClr>
        <a:buFont typeface="Calibri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170" indent="-215895" algn="l" defTabSz="1219170" rtl="0" eaLnBrk="1" latinLnBrk="0" hangingPunct="1">
        <a:spcBef>
          <a:spcPct val="20000"/>
        </a:spcBef>
        <a:buClr>
          <a:schemeClr val="accent1"/>
        </a:buClr>
        <a:buFont typeface="Calibri" pitchFamily="34" charset="0"/>
        <a:buChar char="–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  <p15:guide id="3" orient="horz" pos="2820">
          <p15:clr>
            <a:srgbClr val="F26B43"/>
          </p15:clr>
        </p15:guide>
        <p15:guide id="4" pos="5602">
          <p15:clr>
            <a:srgbClr val="F26B43"/>
          </p15:clr>
        </p15:guide>
        <p15:guide id="5" pos="2812">
          <p15:clr>
            <a:srgbClr val="F26B43"/>
          </p15:clr>
        </p15:guide>
        <p15:guide id="6" pos="2948">
          <p15:clr>
            <a:srgbClr val="F26B43"/>
          </p15:clr>
        </p15:guide>
        <p15:guide id="7" orient="horz" pos="55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-1699574231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355F8B93-52C3-0B2F-79B6-EB23D36D3127}"/>
              </a:ext>
            </a:extLst>
          </p:cNvPr>
          <p:cNvSpPr txBox="1"/>
          <p:nvPr userDrawn="1"/>
        </p:nvSpPr>
        <p:spPr>
          <a:xfrm>
            <a:off x="0" y="6646927"/>
            <a:ext cx="619703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Calibri" panose="020F050202020403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427989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</p:sldLayoutIdLst>
  <p:hf hdr="0"/>
  <p:txStyles>
    <p:titleStyle>
      <a:lvl1pPr algn="ctr" defTabSz="1219201" rtl="0" eaLnBrk="1" latinLnBrk="0" hangingPunct="1">
        <a:spcBef>
          <a:spcPct val="0"/>
        </a:spcBef>
        <a:buNone/>
        <a:defRPr sz="5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1" indent="-457201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1" algn="l" defTabSz="1219201" rtl="0" eaLnBrk="1" latinLnBrk="0" hangingPunct="1">
        <a:spcBef>
          <a:spcPct val="20000"/>
        </a:spcBef>
        <a:buFont typeface="Arial" panose="020B0604020202020204" pitchFamily="34" charset="0"/>
        <a:buChar char="–"/>
        <a:defRPr sz="375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–"/>
        <a:defRPr sz="265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»"/>
        <a:defRPr sz="265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1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-1699574231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E2CC2776-7783-4CF6-BDC9-1BEE0A854BD7}"/>
              </a:ext>
            </a:extLst>
          </p:cNvPr>
          <p:cNvSpPr txBox="1"/>
          <p:nvPr userDrawn="1"/>
        </p:nvSpPr>
        <p:spPr>
          <a:xfrm>
            <a:off x="0" y="6646927"/>
            <a:ext cx="619703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000000"/>
                </a:solidFill>
                <a:latin typeface="Calibri" panose="020F050202020403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1777979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</p:sldLayoutIdLst>
  <p:hf hdr="0"/>
  <p:txStyles>
    <p:titleStyle>
      <a:lvl1pPr algn="ctr" defTabSz="1219079" rtl="0" eaLnBrk="1" latinLnBrk="0" hangingPunct="1">
        <a:spcBef>
          <a:spcPct val="0"/>
        </a:spcBef>
        <a:buNone/>
        <a:defRPr sz="58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5" indent="-457155" algn="l" defTabSz="1219079" rtl="0" eaLnBrk="1" latinLnBrk="0" hangingPunct="1">
        <a:spcBef>
          <a:spcPct val="20000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1pPr>
      <a:lvl2pPr marL="990501" indent="-380962" algn="l" defTabSz="1219079" rtl="0" eaLnBrk="1" latinLnBrk="0" hangingPunct="1">
        <a:spcBef>
          <a:spcPct val="20000"/>
        </a:spcBef>
        <a:buFont typeface="Arial" panose="020B0604020202020204" pitchFamily="34" charset="0"/>
        <a:buChar char="–"/>
        <a:defRPr sz="3750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8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86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650" kern="1200">
          <a:solidFill>
            <a:schemeClr val="tx1"/>
          </a:solidFill>
          <a:latin typeface="+mn-lt"/>
          <a:ea typeface="+mn-ea"/>
          <a:cs typeface="+mn-cs"/>
        </a:defRPr>
      </a:lvl4pPr>
      <a:lvl5pPr marL="2742925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»"/>
        <a:defRPr sz="2650" kern="1200">
          <a:solidFill>
            <a:schemeClr val="tx1"/>
          </a:solidFill>
          <a:latin typeface="+mn-lt"/>
          <a:ea typeface="+mn-ea"/>
          <a:cs typeface="+mn-cs"/>
        </a:defRPr>
      </a:lvl5pPr>
      <a:lvl6pPr marL="3352465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6pPr>
      <a:lvl7pPr marL="3962004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2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8pPr>
      <a:lvl9pPr marL="5181082" indent="-304769" algn="l" defTabSz="12190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9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59B85-A4EC-50EF-BFFA-3A233D233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3377"/>
            <a:ext cx="10515600" cy="237275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.Currently incremental changes like Azure Firewall Rules, VNET </a:t>
            </a:r>
            <a:r>
              <a:rPr lang="en-US" dirty="0" err="1"/>
              <a:t>Peerings</a:t>
            </a:r>
            <a:r>
              <a:rPr lang="en-US" dirty="0"/>
              <a:t> and Spokes UDRs are being implemented outside of Terraform.</a:t>
            </a:r>
          </a:p>
          <a:p>
            <a:r>
              <a:rPr lang="en-US" dirty="0"/>
              <a:t>No centralized management of these networking attributes</a:t>
            </a:r>
          </a:p>
          <a:p>
            <a:r>
              <a:rPr lang="en-US" dirty="0"/>
              <a:t>In case of disaster- no databases of these attributes to be replicated in DR region.</a:t>
            </a:r>
          </a:p>
          <a:p>
            <a:pPr marL="0" indent="0">
              <a:buNone/>
            </a:pP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F8AB1F-776C-04C7-721A-1E913CD7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340"/>
            <a:ext cx="10515600" cy="60603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Problem Statement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5A820E8-80BB-143E-2AC7-42CB21683752}"/>
              </a:ext>
            </a:extLst>
          </p:cNvPr>
          <p:cNvSpPr txBox="1">
            <a:spLocks/>
          </p:cNvSpPr>
          <p:nvPr/>
        </p:nvSpPr>
        <p:spPr>
          <a:xfrm>
            <a:off x="745603" y="3316813"/>
            <a:ext cx="10515600" cy="850074"/>
          </a:xfrm>
          <a:prstGeom prst="rect">
            <a:avLst/>
          </a:prstGeom>
        </p:spPr>
        <p:txBody>
          <a:bodyPr vert="horz" lIns="109728" tIns="54864" rIns="109728" bIns="54864" rtlCol="0" anchor="ctr" anchorCtr="0">
            <a:normAutofit/>
          </a:bodyPr>
          <a:lstStyle>
            <a:lvl1pPr algn="l" defTabSz="121917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>
                <a:solidFill>
                  <a:schemeClr val="accent6">
                    <a:lumMod val="75000"/>
                  </a:schemeClr>
                </a:solidFill>
                <a:latin typeface="Vodafone Rg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Solution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6AEF61-FB5D-E5ED-3BC5-86997581EEF7}"/>
              </a:ext>
            </a:extLst>
          </p:cNvPr>
          <p:cNvSpPr txBox="1">
            <a:spLocks/>
          </p:cNvSpPr>
          <p:nvPr/>
        </p:nvSpPr>
        <p:spPr>
          <a:xfrm>
            <a:off x="930797" y="3935392"/>
            <a:ext cx="10515600" cy="22495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84146" indent="-184146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Vodafone Rg" pitchFamily="34" charset="0"/>
                <a:ea typeface="+mn-ea"/>
                <a:cs typeface="+mn-cs"/>
              </a:defRPr>
            </a:lvl1pPr>
            <a:lvl2pPr marL="463539" indent="-196846" algn="l" defTabSz="1219170" rtl="0" eaLnBrk="1" latinLnBrk="0" hangingPunct="1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–"/>
              <a:defRPr sz="1867" kern="1200">
                <a:solidFill>
                  <a:schemeClr val="tx1"/>
                </a:solidFill>
                <a:latin typeface="Vodafone Rg" pitchFamily="34" charset="0"/>
                <a:ea typeface="+mn-ea"/>
                <a:cs typeface="+mn-cs"/>
              </a:defRPr>
            </a:lvl2pPr>
            <a:lvl3pPr marL="514338" indent="194728" algn="l" defTabSz="1219170" rtl="0" eaLnBrk="1" latinLnBrk="0" hangingPunct="1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–"/>
              <a:defRPr sz="1867" kern="1200">
                <a:solidFill>
                  <a:schemeClr val="tx1"/>
                </a:solidFill>
                <a:latin typeface="Vodafone Rg" pitchFamily="34" charset="0"/>
                <a:ea typeface="+mn-ea"/>
                <a:cs typeface="+mn-cs"/>
              </a:defRPr>
            </a:lvl3pPr>
            <a:lvl4pPr marL="956709" indent="-201079" algn="l" defTabSz="121917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170" indent="-215895" algn="l" defTabSz="121917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" pitchFamily="34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. Henceforth Need to start automate UDRs and firewall rules via  </a:t>
            </a:r>
            <a:r>
              <a:rPr lang="en-US" dirty="0" err="1"/>
              <a:t>IaC</a:t>
            </a:r>
            <a:r>
              <a:rPr lang="en-US" dirty="0"/>
              <a:t> Terraform.</a:t>
            </a:r>
          </a:p>
          <a:p>
            <a:r>
              <a:rPr lang="en-US" dirty="0"/>
              <a:t>Need to do Terraform Import of existing firewall rules/policies and UDRs</a:t>
            </a:r>
          </a:p>
          <a:p>
            <a:r>
              <a:rPr lang="en-US" dirty="0"/>
              <a:t>Need Develop DR pipelines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51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886D5A-312D-0DDC-BC99-339B19F1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97" y="227341"/>
            <a:ext cx="11887199" cy="60937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Existing DCC ALZ- Network Prospective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5F762E6-79A9-1F90-10F4-FA5BBB7FC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41722"/>
            <a:ext cx="11979796" cy="558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8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70A61335-8BF6-0905-B97D-A6458E55B482}"/>
              </a:ext>
            </a:extLst>
          </p:cNvPr>
          <p:cNvSpPr/>
          <p:nvPr/>
        </p:nvSpPr>
        <p:spPr>
          <a:xfrm>
            <a:off x="80039" y="914120"/>
            <a:ext cx="10661267" cy="56765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5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BC30ECB-110D-C979-4668-056E3259EE01}"/>
              </a:ext>
            </a:extLst>
          </p:cNvPr>
          <p:cNvSpPr/>
          <p:nvPr/>
        </p:nvSpPr>
        <p:spPr>
          <a:xfrm>
            <a:off x="80038" y="1058380"/>
            <a:ext cx="1599575" cy="2905758"/>
          </a:xfrm>
          <a:prstGeom prst="rect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5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6CDF7B-8D9A-1943-A608-E8D75CECC96F}"/>
              </a:ext>
            </a:extLst>
          </p:cNvPr>
          <p:cNvSpPr/>
          <p:nvPr/>
        </p:nvSpPr>
        <p:spPr>
          <a:xfrm>
            <a:off x="2497054" y="948219"/>
            <a:ext cx="1790602" cy="29778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5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92" name="Title 1">
            <a:extLst>
              <a:ext uri="{FF2B5EF4-FFF2-40B4-BE49-F238E27FC236}">
                <a16:creationId xmlns:a16="http://schemas.microsoft.com/office/drawing/2014/main" id="{56495703-036A-FF08-F6C0-BED3F5CB5BCF}"/>
              </a:ext>
            </a:extLst>
          </p:cNvPr>
          <p:cNvSpPr txBox="1">
            <a:spLocks/>
          </p:cNvSpPr>
          <p:nvPr/>
        </p:nvSpPr>
        <p:spPr bwMode="auto">
          <a:xfrm>
            <a:off x="324474" y="139923"/>
            <a:ext cx="9740208" cy="5891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Vodafone Rg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>
                    <a:lumMod val="65000"/>
                    <a:lumOff val="35000"/>
                  </a:srgbClr>
                </a:solidFill>
                <a:sym typeface="Webdings" panose="05030102010509060703" pitchFamily="18" charset="2"/>
              </a:rPr>
              <a:t>Azure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  </a:t>
            </a:r>
            <a:r>
              <a:rPr lang="de-DE" dirty="0">
                <a:solidFill>
                  <a:srgbClr val="E60000"/>
                </a:solidFill>
                <a:sym typeface="Webdings" panose="05030102010509060703" pitchFamily="18" charset="2"/>
              </a:rPr>
              <a:t>Terraform Demo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E60000"/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  | North-South &amp; East-West Connectivity | As-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60000"/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is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E60000"/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 Day 0 Infra prepared using Terraform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E60000"/>
              </a:solidFill>
              <a:effectLst/>
              <a:uLnTx/>
              <a:uFillTx/>
              <a:latin typeface="Vodafone Rg" pitchFamily="34" charset="0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4B50A8-1AA2-15DD-7A4F-DC95C88522C9}"/>
              </a:ext>
            </a:extLst>
          </p:cNvPr>
          <p:cNvSpPr txBox="1">
            <a:spLocks/>
          </p:cNvSpPr>
          <p:nvPr/>
        </p:nvSpPr>
        <p:spPr>
          <a:xfrm>
            <a:off x="5745079" y="6591288"/>
            <a:ext cx="2743200" cy="1267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55D76A-9B6E-CD41-ABBE-F6C938295BA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odafone Rg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odafone Rg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31FE0F-A4CD-5524-96AB-85157EFC3D82}"/>
              </a:ext>
            </a:extLst>
          </p:cNvPr>
          <p:cNvSpPr/>
          <p:nvPr/>
        </p:nvSpPr>
        <p:spPr>
          <a:xfrm>
            <a:off x="6620607" y="975949"/>
            <a:ext cx="3842313" cy="2795953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A1D2EA-B99F-258E-3E1B-D5003C93B9F5}"/>
              </a:ext>
            </a:extLst>
          </p:cNvPr>
          <p:cNvSpPr/>
          <p:nvPr/>
        </p:nvSpPr>
        <p:spPr>
          <a:xfrm>
            <a:off x="6690947" y="2417717"/>
            <a:ext cx="1207738" cy="1038475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18287E-7561-08BC-537C-203833754AA7}"/>
              </a:ext>
            </a:extLst>
          </p:cNvPr>
          <p:cNvSpPr/>
          <p:nvPr/>
        </p:nvSpPr>
        <p:spPr>
          <a:xfrm>
            <a:off x="8277985" y="1839347"/>
            <a:ext cx="1023185" cy="1010743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DD295E-4F3D-2C9D-88DB-65E394CF3E6B}"/>
              </a:ext>
            </a:extLst>
          </p:cNvPr>
          <p:cNvSpPr/>
          <p:nvPr/>
        </p:nvSpPr>
        <p:spPr>
          <a:xfrm>
            <a:off x="8256263" y="1524713"/>
            <a:ext cx="1023185" cy="331177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316DAD-5949-9A6D-A3A2-F2D4F89AF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69" y="2687340"/>
            <a:ext cx="392723" cy="39272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4987CC1-1B8E-5694-C192-A8B82C1D9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616" y="2053294"/>
            <a:ext cx="580281" cy="5802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DDAE71-1C0C-9E73-992B-963A78062ACC}"/>
              </a:ext>
            </a:extLst>
          </p:cNvPr>
          <p:cNvSpPr txBox="1"/>
          <p:nvPr/>
        </p:nvSpPr>
        <p:spPr>
          <a:xfrm>
            <a:off x="6773269" y="2235711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Vodafone Rg" pitchFamily="34" charset="0"/>
              </a:rPr>
              <a:t>Gateway Subnet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784AB6-6668-DEF6-6835-A5830CABE246}"/>
              </a:ext>
            </a:extLst>
          </p:cNvPr>
          <p:cNvSpPr txBox="1"/>
          <p:nvPr/>
        </p:nvSpPr>
        <p:spPr>
          <a:xfrm>
            <a:off x="6773269" y="2455442"/>
            <a:ext cx="1125416" cy="2318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Virtual Network Gateway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90B3FB-E71B-B8C8-3B96-17754652F8BF}"/>
              </a:ext>
            </a:extLst>
          </p:cNvPr>
          <p:cNvSpPr txBox="1"/>
          <p:nvPr/>
        </p:nvSpPr>
        <p:spPr>
          <a:xfrm>
            <a:off x="8295485" y="2719907"/>
            <a:ext cx="634161" cy="33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Azure Firewall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511DE-8227-22BF-EA07-AE182DAE6567}"/>
              </a:ext>
            </a:extLst>
          </p:cNvPr>
          <p:cNvSpPr txBox="1"/>
          <p:nvPr/>
        </p:nvSpPr>
        <p:spPr>
          <a:xfrm>
            <a:off x="8277985" y="1571878"/>
            <a:ext cx="1074300" cy="1088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Vodafone Rg" pitchFamily="34" charset="0"/>
              </a:rPr>
              <a:t>Azure FW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FC4B0C-E13C-1E18-60EB-3A009BF72227}"/>
              </a:ext>
            </a:extLst>
          </p:cNvPr>
          <p:cNvSpPr/>
          <p:nvPr/>
        </p:nvSpPr>
        <p:spPr>
          <a:xfrm>
            <a:off x="3092515" y="1510248"/>
            <a:ext cx="530030" cy="659852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FFFEA2-4037-B237-FE69-ABB1C43BADFA}"/>
              </a:ext>
            </a:extLst>
          </p:cNvPr>
          <p:cNvSpPr txBox="1"/>
          <p:nvPr/>
        </p:nvSpPr>
        <p:spPr>
          <a:xfrm>
            <a:off x="2831363" y="1103260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Connectivity Hub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B24750-DB6F-8460-12AB-CF06F5583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854" y="1619169"/>
            <a:ext cx="392723" cy="39272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FE33F128-E0E1-AE40-F4D0-227E51ABA391}"/>
              </a:ext>
            </a:extLst>
          </p:cNvPr>
          <p:cNvGrpSpPr/>
          <p:nvPr/>
        </p:nvGrpSpPr>
        <p:grpSpPr>
          <a:xfrm>
            <a:off x="6645043" y="3162598"/>
            <a:ext cx="383029" cy="315710"/>
            <a:chOff x="7536126" y="4930269"/>
            <a:chExt cx="522782" cy="46376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0B25CD1-F286-EEF3-ABA2-626553E86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677437" y="5012565"/>
              <a:ext cx="381471" cy="381471"/>
            </a:xfrm>
            <a:prstGeom prst="rect">
              <a:avLst/>
            </a:prstGeom>
          </p:spPr>
        </p:pic>
        <p:sp>
          <p:nvSpPr>
            <p:cNvPr id="23" name="Arrow: Bent 22">
              <a:extLst>
                <a:ext uri="{FF2B5EF4-FFF2-40B4-BE49-F238E27FC236}">
                  <a16:creationId xmlns:a16="http://schemas.microsoft.com/office/drawing/2014/main" id="{3C5D0828-A83B-1610-5935-61D53C7FAD88}"/>
                </a:ext>
              </a:extLst>
            </p:cNvPr>
            <p:cNvSpPr/>
            <p:nvPr/>
          </p:nvSpPr>
          <p:spPr>
            <a:xfrm rot="10800000">
              <a:off x="7536126" y="4930269"/>
              <a:ext cx="280238" cy="280238"/>
            </a:xfrm>
            <a:prstGeom prst="bentArrow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989AA5-DC01-249E-8EF8-C04B8F670C4C}"/>
              </a:ext>
            </a:extLst>
          </p:cNvPr>
          <p:cNvGrpSpPr/>
          <p:nvPr/>
        </p:nvGrpSpPr>
        <p:grpSpPr>
          <a:xfrm>
            <a:off x="4220482" y="4783271"/>
            <a:ext cx="3159370" cy="1703075"/>
            <a:chOff x="4220482" y="4783271"/>
            <a:chExt cx="3159370" cy="170307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097B796-0BFD-A593-0FC3-8A9176CD7014}"/>
                </a:ext>
              </a:extLst>
            </p:cNvPr>
            <p:cNvSpPr/>
            <p:nvPr/>
          </p:nvSpPr>
          <p:spPr>
            <a:xfrm>
              <a:off x="4220482" y="4783271"/>
              <a:ext cx="3159370" cy="17030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55E5F5E-CE5C-529A-54B3-43320CC31E8F}"/>
                </a:ext>
              </a:extLst>
            </p:cNvPr>
            <p:cNvSpPr/>
            <p:nvPr/>
          </p:nvSpPr>
          <p:spPr>
            <a:xfrm>
              <a:off x="4361364" y="4941533"/>
              <a:ext cx="2889179" cy="1235566"/>
            </a:xfrm>
            <a:prstGeom prst="rect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E38271F-E55B-57EC-BCC0-BB355C321A87}"/>
                </a:ext>
              </a:extLst>
            </p:cNvPr>
            <p:cNvSpPr/>
            <p:nvPr/>
          </p:nvSpPr>
          <p:spPr>
            <a:xfrm>
              <a:off x="5641226" y="5108586"/>
              <a:ext cx="1270177" cy="830390"/>
            </a:xfrm>
            <a:prstGeom prst="rect">
              <a:avLst/>
            </a:prstGeom>
            <a:solidFill>
              <a:srgbClr val="C6E7EC"/>
            </a:solidFill>
            <a:ln w="12700" cap="flat" cmpd="sng" algn="ctr">
              <a:solidFill>
                <a:schemeClr val="accent5">
                  <a:lumMod val="50000"/>
                </a:schemeClr>
              </a:solidFill>
              <a:prstDash val="sysDot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DF2C8BB-C39D-DA0D-3FD2-E958A7AD2C5B}"/>
                </a:ext>
              </a:extLst>
            </p:cNvPr>
            <p:cNvSpPr txBox="1"/>
            <p:nvPr/>
          </p:nvSpPr>
          <p:spPr>
            <a:xfrm>
              <a:off x="4378406" y="5966561"/>
              <a:ext cx="1682979" cy="17119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1200" b="1" dirty="0">
                  <a:latin typeface="Vodafone Rg" pitchFamily="34" charset="0"/>
                </a:rPr>
                <a:t>Local Market- Spoke-1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E36D71B-5C0B-C5E0-2F3C-5DC4AA0E2329}"/>
                </a:ext>
              </a:extLst>
            </p:cNvPr>
            <p:cNvSpPr txBox="1"/>
            <p:nvPr/>
          </p:nvSpPr>
          <p:spPr>
            <a:xfrm>
              <a:off x="5398151" y="5318100"/>
              <a:ext cx="724162" cy="199623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Route Table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F087E6-D825-26BC-4316-14C755A05BB8}"/>
                </a:ext>
              </a:extLst>
            </p:cNvPr>
            <p:cNvSpPr txBox="1"/>
            <p:nvPr/>
          </p:nvSpPr>
          <p:spPr>
            <a:xfrm>
              <a:off x="6044343" y="5655772"/>
              <a:ext cx="746158" cy="2113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Virtual Machine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6CD8400-729B-FC42-2123-6514A8EED556}"/>
                </a:ext>
              </a:extLst>
            </p:cNvPr>
            <p:cNvGrpSpPr/>
            <p:nvPr/>
          </p:nvGrpSpPr>
          <p:grpSpPr>
            <a:xfrm>
              <a:off x="5440858" y="5011511"/>
              <a:ext cx="383029" cy="315710"/>
              <a:chOff x="7536126" y="4930269"/>
              <a:chExt cx="522782" cy="463767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E281CDF8-D489-33FE-C108-D101665A7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677437" y="5012565"/>
                <a:ext cx="381471" cy="381471"/>
              </a:xfrm>
              <a:prstGeom prst="rect">
                <a:avLst/>
              </a:prstGeom>
            </p:spPr>
          </p:pic>
          <p:sp>
            <p:nvSpPr>
              <p:cNvPr id="39" name="Arrow: Bent 38">
                <a:extLst>
                  <a:ext uri="{FF2B5EF4-FFF2-40B4-BE49-F238E27FC236}">
                    <a16:creationId xmlns:a16="http://schemas.microsoft.com/office/drawing/2014/main" id="{18F539A5-D0B1-B5FD-B356-3CAEB9923370}"/>
                  </a:ext>
                </a:extLst>
              </p:cNvPr>
              <p:cNvSpPr/>
              <p:nvPr/>
            </p:nvSpPr>
            <p:spPr>
              <a:xfrm rot="10800000">
                <a:off x="7536126" y="4930269"/>
                <a:ext cx="280238" cy="280238"/>
              </a:xfrm>
              <a:prstGeom prst="bentArrow">
                <a:avLst/>
              </a:prstGeom>
              <a:solidFill>
                <a:srgbClr val="00B0F0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rtlCol="0" anchor="ctr" anchorCtr="0">
                <a:noAutofit/>
              </a:bodyPr>
              <a:lstStyle/>
              <a:p>
                <a:pPr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000" kern="1200" dirty="0">
                  <a:solidFill>
                    <a:srgbClr val="34342B"/>
                  </a:solidFill>
                  <a:latin typeface="Vodafone Rg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3BBA459-68AD-504A-43FF-6B54B2E65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4519" y="5208891"/>
              <a:ext cx="433968" cy="433967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FB98767-F202-9BF7-9D9D-33A6E51A5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51818" y="4985651"/>
              <a:ext cx="355396" cy="367431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C814589-0E03-3027-B0F0-DC260DEC71F8}"/>
              </a:ext>
            </a:extLst>
          </p:cNvPr>
          <p:cNvSpPr txBox="1"/>
          <p:nvPr/>
        </p:nvSpPr>
        <p:spPr>
          <a:xfrm>
            <a:off x="6665991" y="3495331"/>
            <a:ext cx="724162" cy="1996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Route Table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4F63F63-AE77-CB78-82BC-9649FA32EA75}"/>
              </a:ext>
            </a:extLst>
          </p:cNvPr>
          <p:cNvGrpSpPr/>
          <p:nvPr/>
        </p:nvGrpSpPr>
        <p:grpSpPr>
          <a:xfrm>
            <a:off x="7839334" y="4782645"/>
            <a:ext cx="2998805" cy="1703075"/>
            <a:chOff x="4220482" y="4783271"/>
            <a:chExt cx="3159370" cy="170307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A0F280B-216A-6A25-1EC7-A307DFA2ABE3}"/>
                </a:ext>
              </a:extLst>
            </p:cNvPr>
            <p:cNvSpPr/>
            <p:nvPr/>
          </p:nvSpPr>
          <p:spPr>
            <a:xfrm>
              <a:off x="4220482" y="4783271"/>
              <a:ext cx="3159370" cy="17030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4888B82-2EFF-8E40-2782-B3554B41B143}"/>
                </a:ext>
              </a:extLst>
            </p:cNvPr>
            <p:cNvSpPr/>
            <p:nvPr/>
          </p:nvSpPr>
          <p:spPr>
            <a:xfrm>
              <a:off x="4361364" y="4941533"/>
              <a:ext cx="2889179" cy="1235566"/>
            </a:xfrm>
            <a:prstGeom prst="rect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2377F9A-BD29-F4BB-20CA-44BCD6026926}"/>
                </a:ext>
              </a:extLst>
            </p:cNvPr>
            <p:cNvSpPr/>
            <p:nvPr/>
          </p:nvSpPr>
          <p:spPr>
            <a:xfrm>
              <a:off x="5641226" y="5108586"/>
              <a:ext cx="1270177" cy="830390"/>
            </a:xfrm>
            <a:prstGeom prst="rect">
              <a:avLst/>
            </a:prstGeom>
            <a:solidFill>
              <a:srgbClr val="C6E7EC"/>
            </a:solidFill>
            <a:ln w="12700" cap="flat" cmpd="sng" algn="ctr">
              <a:solidFill>
                <a:schemeClr val="accent5">
                  <a:lumMod val="50000"/>
                </a:schemeClr>
              </a:solidFill>
              <a:prstDash val="sysDot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F1D4952-4D3B-1DD6-1E98-1B628D62B239}"/>
                </a:ext>
              </a:extLst>
            </p:cNvPr>
            <p:cNvSpPr txBox="1"/>
            <p:nvPr/>
          </p:nvSpPr>
          <p:spPr>
            <a:xfrm>
              <a:off x="5398151" y="5318100"/>
              <a:ext cx="724162" cy="199623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Route Table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DFC9297-6480-6B85-2904-A8FD96B8F070}"/>
                </a:ext>
              </a:extLst>
            </p:cNvPr>
            <p:cNvSpPr txBox="1"/>
            <p:nvPr/>
          </p:nvSpPr>
          <p:spPr>
            <a:xfrm>
              <a:off x="6044343" y="5655772"/>
              <a:ext cx="746158" cy="2113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Virtual Machine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9CB7B3D-44FE-DE15-8AAF-F256CB1E943A}"/>
                </a:ext>
              </a:extLst>
            </p:cNvPr>
            <p:cNvGrpSpPr/>
            <p:nvPr/>
          </p:nvGrpSpPr>
          <p:grpSpPr>
            <a:xfrm>
              <a:off x="5440858" y="5011511"/>
              <a:ext cx="383029" cy="315710"/>
              <a:chOff x="7536126" y="4930269"/>
              <a:chExt cx="522782" cy="463767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E032871C-3B13-4B0C-75C9-0F21C3F2EC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677437" y="5012565"/>
                <a:ext cx="381471" cy="381471"/>
              </a:xfrm>
              <a:prstGeom prst="rect">
                <a:avLst/>
              </a:prstGeom>
            </p:spPr>
          </p:pic>
          <p:sp>
            <p:nvSpPr>
              <p:cNvPr id="55" name="Arrow: Bent 54">
                <a:extLst>
                  <a:ext uri="{FF2B5EF4-FFF2-40B4-BE49-F238E27FC236}">
                    <a16:creationId xmlns:a16="http://schemas.microsoft.com/office/drawing/2014/main" id="{66FEEAAB-BED9-703B-D5BE-C6105458C229}"/>
                  </a:ext>
                </a:extLst>
              </p:cNvPr>
              <p:cNvSpPr/>
              <p:nvPr/>
            </p:nvSpPr>
            <p:spPr>
              <a:xfrm rot="10800000">
                <a:off x="7536126" y="4930269"/>
                <a:ext cx="280238" cy="280238"/>
              </a:xfrm>
              <a:prstGeom prst="bentArrow">
                <a:avLst/>
              </a:prstGeom>
              <a:solidFill>
                <a:srgbClr val="00B0F0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rtlCol="0" anchor="ctr" anchorCtr="0">
                <a:noAutofit/>
              </a:bodyPr>
              <a:lstStyle/>
              <a:p>
                <a:pPr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000" kern="1200" dirty="0">
                  <a:solidFill>
                    <a:srgbClr val="34342B"/>
                  </a:solidFill>
                  <a:latin typeface="Vodafone Rg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36805D2-8775-CBD2-BFFF-688E08BFC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4519" y="5208891"/>
              <a:ext cx="433968" cy="433967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F57688CB-5B42-BC86-49E6-773AA3396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51818" y="4985651"/>
              <a:ext cx="355396" cy="367431"/>
            </a:xfrm>
            <a:prstGeom prst="rect">
              <a:avLst/>
            </a:prstGeom>
          </p:spPr>
        </p:pic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02E3DCF1-A669-D169-12D1-FBEFEA6CA1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8368" y="5935111"/>
            <a:ext cx="294146" cy="29414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B26FAA0-EC7D-C38D-11E1-259DC177BE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2577" y="5958956"/>
            <a:ext cx="294146" cy="294146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09850E2-BF10-2DB5-910B-B25790748055}"/>
              </a:ext>
            </a:extLst>
          </p:cNvPr>
          <p:cNvCxnSpPr/>
          <p:nvPr/>
        </p:nvCxnSpPr>
        <p:spPr>
          <a:xfrm>
            <a:off x="9663195" y="3851034"/>
            <a:ext cx="0" cy="108987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5C62250-1FC9-D799-C71F-BA33AFAA79DB}"/>
              </a:ext>
            </a:extLst>
          </p:cNvPr>
          <p:cNvCxnSpPr/>
          <p:nvPr/>
        </p:nvCxnSpPr>
        <p:spPr>
          <a:xfrm>
            <a:off x="6768589" y="3771902"/>
            <a:ext cx="0" cy="108987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54EFFEA1-D58C-D5B3-80FD-C559D9A6BE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6826" y="4080511"/>
            <a:ext cx="355337" cy="35533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E3AEE46C-9CC8-65DC-1638-96D7AA26F6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1431" y="4128234"/>
            <a:ext cx="355337" cy="355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669FD3-A488-A2AA-27BA-964AFA3ACE8E}"/>
              </a:ext>
            </a:extLst>
          </p:cNvPr>
          <p:cNvSpPr/>
          <p:nvPr/>
        </p:nvSpPr>
        <p:spPr>
          <a:xfrm>
            <a:off x="3138855" y="2980407"/>
            <a:ext cx="392722" cy="652241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26B0C9C-9316-F5DA-36E5-C48FFFBBB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854" y="3124727"/>
            <a:ext cx="392723" cy="392723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594B481-9D60-0968-048B-75B56A1D1E68}"/>
              </a:ext>
            </a:extLst>
          </p:cNvPr>
          <p:cNvSpPr/>
          <p:nvPr/>
        </p:nvSpPr>
        <p:spPr>
          <a:xfrm>
            <a:off x="6712953" y="1165251"/>
            <a:ext cx="1207738" cy="1038475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248E2E6-E791-5B0C-A442-91204403A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775" y="1434874"/>
            <a:ext cx="392723" cy="39272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DE068946-AFA9-9EC9-B8CF-FF02B4B4949F}"/>
              </a:ext>
            </a:extLst>
          </p:cNvPr>
          <p:cNvGrpSpPr/>
          <p:nvPr/>
        </p:nvGrpSpPr>
        <p:grpSpPr>
          <a:xfrm>
            <a:off x="6667049" y="1910132"/>
            <a:ext cx="383029" cy="315710"/>
            <a:chOff x="7536126" y="4930269"/>
            <a:chExt cx="522782" cy="463767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DB6FE8F7-1105-8AEF-60A9-87D12A938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677437" y="5012565"/>
              <a:ext cx="381471" cy="381471"/>
            </a:xfrm>
            <a:prstGeom prst="rect">
              <a:avLst/>
            </a:prstGeom>
          </p:spPr>
        </p:pic>
        <p:sp>
          <p:nvSpPr>
            <p:cNvPr id="60" name="Arrow: Bent 59">
              <a:extLst>
                <a:ext uri="{FF2B5EF4-FFF2-40B4-BE49-F238E27FC236}">
                  <a16:creationId xmlns:a16="http://schemas.microsoft.com/office/drawing/2014/main" id="{29D9B05D-20A0-5FB6-EBB0-CDCC24A5B001}"/>
                </a:ext>
              </a:extLst>
            </p:cNvPr>
            <p:cNvSpPr/>
            <p:nvPr/>
          </p:nvSpPr>
          <p:spPr>
            <a:xfrm rot="10800000">
              <a:off x="7536126" y="4930269"/>
              <a:ext cx="280238" cy="280238"/>
            </a:xfrm>
            <a:prstGeom prst="bentArrow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DE1861D-06FB-68B4-847D-F0045CE09352}"/>
              </a:ext>
            </a:extLst>
          </p:cNvPr>
          <p:cNvCxnSpPr/>
          <p:nvPr/>
        </p:nvCxnSpPr>
        <p:spPr>
          <a:xfrm>
            <a:off x="3789485" y="1680715"/>
            <a:ext cx="2743199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D7A0C6C-514A-2AF4-F873-46FAF6A3031D}"/>
              </a:ext>
            </a:extLst>
          </p:cNvPr>
          <p:cNvCxnSpPr>
            <a:cxnSpLocks/>
          </p:cNvCxnSpPr>
          <p:nvPr/>
        </p:nvCxnSpPr>
        <p:spPr>
          <a:xfrm flipV="1">
            <a:off x="3839817" y="3512907"/>
            <a:ext cx="2805226" cy="3949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4B8C3592-741B-5151-1A30-E03E06D85268}"/>
              </a:ext>
            </a:extLst>
          </p:cNvPr>
          <p:cNvSpPr/>
          <p:nvPr/>
        </p:nvSpPr>
        <p:spPr>
          <a:xfrm>
            <a:off x="128633" y="2100904"/>
            <a:ext cx="1198970" cy="830390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rPr>
              <a:t>i</a:t>
            </a: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A5BE6D67-194B-EDB3-0B05-7DD65C7DE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094" y="2258959"/>
            <a:ext cx="433968" cy="433967"/>
          </a:xfrm>
          <a:prstGeom prst="rect">
            <a:avLst/>
          </a:prstGeom>
        </p:spPr>
      </p:pic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D41D0F1F-10EC-0AAB-A055-4A9C0F4AA092}"/>
              </a:ext>
            </a:extLst>
          </p:cNvPr>
          <p:cNvSpPr/>
          <p:nvPr/>
        </p:nvSpPr>
        <p:spPr>
          <a:xfrm>
            <a:off x="1318661" y="2666198"/>
            <a:ext cx="8210741" cy="2136808"/>
          </a:xfrm>
          <a:custGeom>
            <a:avLst/>
            <a:gdLst>
              <a:gd name="connsiteX0" fmla="*/ 0 w 8210741"/>
              <a:gd name="connsiteY0" fmla="*/ 38501 h 2136808"/>
              <a:gd name="connsiteX1" fmla="*/ 288758 w 8210741"/>
              <a:gd name="connsiteY1" fmla="*/ 19250 h 2136808"/>
              <a:gd name="connsiteX2" fmla="*/ 404261 w 8210741"/>
              <a:gd name="connsiteY2" fmla="*/ 0 h 2136808"/>
              <a:gd name="connsiteX3" fmla="*/ 1145406 w 8210741"/>
              <a:gd name="connsiteY3" fmla="*/ 9625 h 2136808"/>
              <a:gd name="connsiteX4" fmla="*/ 1963554 w 8210741"/>
              <a:gd name="connsiteY4" fmla="*/ 0 h 2136808"/>
              <a:gd name="connsiteX5" fmla="*/ 2877954 w 8210741"/>
              <a:gd name="connsiteY5" fmla="*/ 28876 h 2136808"/>
              <a:gd name="connsiteX6" fmla="*/ 3099335 w 8210741"/>
              <a:gd name="connsiteY6" fmla="*/ 38501 h 2136808"/>
              <a:gd name="connsiteX7" fmla="*/ 3763478 w 8210741"/>
              <a:gd name="connsiteY7" fmla="*/ 48126 h 2136808"/>
              <a:gd name="connsiteX8" fmla="*/ 4263992 w 8210741"/>
              <a:gd name="connsiteY8" fmla="*/ 67377 h 2136808"/>
              <a:gd name="connsiteX9" fmla="*/ 5014762 w 8210741"/>
              <a:gd name="connsiteY9" fmla="*/ 57751 h 2136808"/>
              <a:gd name="connsiteX10" fmla="*/ 5428648 w 8210741"/>
              <a:gd name="connsiteY10" fmla="*/ 38501 h 2136808"/>
              <a:gd name="connsiteX11" fmla="*/ 6323798 w 8210741"/>
              <a:gd name="connsiteY11" fmla="*/ 57751 h 2136808"/>
              <a:gd name="connsiteX12" fmla="*/ 6458552 w 8210741"/>
              <a:gd name="connsiteY12" fmla="*/ 67377 h 2136808"/>
              <a:gd name="connsiteX13" fmla="*/ 7238198 w 8210741"/>
              <a:gd name="connsiteY13" fmla="*/ 96253 h 2136808"/>
              <a:gd name="connsiteX14" fmla="*/ 7276699 w 8210741"/>
              <a:gd name="connsiteY14" fmla="*/ 105878 h 2136808"/>
              <a:gd name="connsiteX15" fmla="*/ 7315200 w 8210741"/>
              <a:gd name="connsiteY15" fmla="*/ 163629 h 2136808"/>
              <a:gd name="connsiteX16" fmla="*/ 7334451 w 8210741"/>
              <a:gd name="connsiteY16" fmla="*/ 211756 h 2136808"/>
              <a:gd name="connsiteX17" fmla="*/ 7392202 w 8210741"/>
              <a:gd name="connsiteY17" fmla="*/ 336884 h 2136808"/>
              <a:gd name="connsiteX18" fmla="*/ 7421078 w 8210741"/>
              <a:gd name="connsiteY18" fmla="*/ 394636 h 2136808"/>
              <a:gd name="connsiteX19" fmla="*/ 7642459 w 8210741"/>
              <a:gd name="connsiteY19" fmla="*/ 712269 h 2136808"/>
              <a:gd name="connsiteX20" fmla="*/ 7748337 w 8210741"/>
              <a:gd name="connsiteY20" fmla="*/ 866274 h 2136808"/>
              <a:gd name="connsiteX21" fmla="*/ 7767587 w 8210741"/>
              <a:gd name="connsiteY21" fmla="*/ 895149 h 2136808"/>
              <a:gd name="connsiteX22" fmla="*/ 7960093 w 8210741"/>
              <a:gd name="connsiteY22" fmla="*/ 1232034 h 2136808"/>
              <a:gd name="connsiteX23" fmla="*/ 8027470 w 8210741"/>
              <a:gd name="connsiteY23" fmla="*/ 1347537 h 2136808"/>
              <a:gd name="connsiteX24" fmla="*/ 8037095 w 8210741"/>
              <a:gd name="connsiteY24" fmla="*/ 1405288 h 2136808"/>
              <a:gd name="connsiteX25" fmla="*/ 8056345 w 8210741"/>
              <a:gd name="connsiteY25" fmla="*/ 1453415 h 2136808"/>
              <a:gd name="connsiteX26" fmla="*/ 8065971 w 8210741"/>
              <a:gd name="connsiteY26" fmla="*/ 1636295 h 2136808"/>
              <a:gd name="connsiteX27" fmla="*/ 8094846 w 8210741"/>
              <a:gd name="connsiteY27" fmla="*/ 1780674 h 2136808"/>
              <a:gd name="connsiteX28" fmla="*/ 8123722 w 8210741"/>
              <a:gd name="connsiteY28" fmla="*/ 1876926 h 2136808"/>
              <a:gd name="connsiteX29" fmla="*/ 8133347 w 8210741"/>
              <a:gd name="connsiteY29" fmla="*/ 1944303 h 2136808"/>
              <a:gd name="connsiteX30" fmla="*/ 8152598 w 8210741"/>
              <a:gd name="connsiteY30" fmla="*/ 1982804 h 2136808"/>
              <a:gd name="connsiteX31" fmla="*/ 8171848 w 8210741"/>
              <a:gd name="connsiteY31" fmla="*/ 2030930 h 2136808"/>
              <a:gd name="connsiteX32" fmla="*/ 8210350 w 8210741"/>
              <a:gd name="connsiteY32" fmla="*/ 2127183 h 2136808"/>
              <a:gd name="connsiteX33" fmla="*/ 8210350 w 8210741"/>
              <a:gd name="connsiteY33" fmla="*/ 2136808 h 213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210741" h="2136808">
                <a:moveTo>
                  <a:pt x="0" y="38501"/>
                </a:moveTo>
                <a:cubicBezTo>
                  <a:pt x="96253" y="32084"/>
                  <a:pt x="192726" y="28396"/>
                  <a:pt x="288758" y="19250"/>
                </a:cubicBezTo>
                <a:cubicBezTo>
                  <a:pt x="327614" y="15549"/>
                  <a:pt x="404261" y="0"/>
                  <a:pt x="404261" y="0"/>
                </a:cubicBezTo>
                <a:cubicBezTo>
                  <a:pt x="926133" y="48926"/>
                  <a:pt x="511186" y="24261"/>
                  <a:pt x="1145406" y="9625"/>
                </a:cubicBezTo>
                <a:cubicBezTo>
                  <a:pt x="1418068" y="3333"/>
                  <a:pt x="1690838" y="3208"/>
                  <a:pt x="1963554" y="0"/>
                </a:cubicBezTo>
                <a:lnTo>
                  <a:pt x="2877954" y="28876"/>
                </a:lnTo>
                <a:cubicBezTo>
                  <a:pt x="2951748" y="32084"/>
                  <a:pt x="3025489" y="36896"/>
                  <a:pt x="3099335" y="38501"/>
                </a:cubicBezTo>
                <a:lnTo>
                  <a:pt x="3763478" y="48126"/>
                </a:lnTo>
                <a:cubicBezTo>
                  <a:pt x="3930316" y="54543"/>
                  <a:pt x="4097031" y="67377"/>
                  <a:pt x="4263992" y="67377"/>
                </a:cubicBezTo>
                <a:cubicBezTo>
                  <a:pt x="5497058" y="67377"/>
                  <a:pt x="4182888" y="29066"/>
                  <a:pt x="5014762" y="57751"/>
                </a:cubicBezTo>
                <a:cubicBezTo>
                  <a:pt x="5152724" y="51334"/>
                  <a:pt x="5290542" y="39734"/>
                  <a:pt x="5428648" y="38501"/>
                </a:cubicBezTo>
                <a:cubicBezTo>
                  <a:pt x="5656419" y="36467"/>
                  <a:pt x="6050301" y="43356"/>
                  <a:pt x="6323798" y="57751"/>
                </a:cubicBezTo>
                <a:cubicBezTo>
                  <a:pt x="6368768" y="60118"/>
                  <a:pt x="6413559" y="65483"/>
                  <a:pt x="6458552" y="67377"/>
                </a:cubicBezTo>
                <a:lnTo>
                  <a:pt x="7238198" y="96253"/>
                </a:lnTo>
                <a:cubicBezTo>
                  <a:pt x="7251032" y="99461"/>
                  <a:pt x="7265213" y="99315"/>
                  <a:pt x="7276699" y="105878"/>
                </a:cubicBezTo>
                <a:cubicBezTo>
                  <a:pt x="7308349" y="123963"/>
                  <a:pt x="7304550" y="135230"/>
                  <a:pt x="7315200" y="163629"/>
                </a:cubicBezTo>
                <a:cubicBezTo>
                  <a:pt x="7321267" y="179807"/>
                  <a:pt x="7328034" y="195714"/>
                  <a:pt x="7334451" y="211756"/>
                </a:cubicBezTo>
                <a:cubicBezTo>
                  <a:pt x="7351429" y="296646"/>
                  <a:pt x="7332784" y="232902"/>
                  <a:pt x="7392202" y="336884"/>
                </a:cubicBezTo>
                <a:cubicBezTo>
                  <a:pt x="7402880" y="355571"/>
                  <a:pt x="7409139" y="376728"/>
                  <a:pt x="7421078" y="394636"/>
                </a:cubicBezTo>
                <a:cubicBezTo>
                  <a:pt x="7492666" y="502017"/>
                  <a:pt x="7568615" y="606426"/>
                  <a:pt x="7642459" y="712269"/>
                </a:cubicBezTo>
                <a:cubicBezTo>
                  <a:pt x="7728865" y="836118"/>
                  <a:pt x="7684708" y="770830"/>
                  <a:pt x="7748337" y="866274"/>
                </a:cubicBezTo>
                <a:cubicBezTo>
                  <a:pt x="7754754" y="875899"/>
                  <a:pt x="7761848" y="885105"/>
                  <a:pt x="7767587" y="895149"/>
                </a:cubicBezTo>
                <a:cubicBezTo>
                  <a:pt x="7831756" y="1007444"/>
                  <a:pt x="7895086" y="1120222"/>
                  <a:pt x="7960093" y="1232034"/>
                </a:cubicBezTo>
                <a:cubicBezTo>
                  <a:pt x="8039711" y="1368977"/>
                  <a:pt x="7983359" y="1259317"/>
                  <a:pt x="8027470" y="1347537"/>
                </a:cubicBezTo>
                <a:cubicBezTo>
                  <a:pt x="8030678" y="1366787"/>
                  <a:pt x="8031960" y="1386460"/>
                  <a:pt x="8037095" y="1405288"/>
                </a:cubicBezTo>
                <a:cubicBezTo>
                  <a:pt x="8041641" y="1421957"/>
                  <a:pt x="8054202" y="1436270"/>
                  <a:pt x="8056345" y="1453415"/>
                </a:cubicBezTo>
                <a:cubicBezTo>
                  <a:pt x="8063917" y="1513988"/>
                  <a:pt x="8061103" y="1575445"/>
                  <a:pt x="8065971" y="1636295"/>
                </a:cubicBezTo>
                <a:cubicBezTo>
                  <a:pt x="8068936" y="1673352"/>
                  <a:pt x="8088829" y="1750587"/>
                  <a:pt x="8094846" y="1780674"/>
                </a:cubicBezTo>
                <a:cubicBezTo>
                  <a:pt x="8110824" y="1860565"/>
                  <a:pt x="8092809" y="1815097"/>
                  <a:pt x="8123722" y="1876926"/>
                </a:cubicBezTo>
                <a:cubicBezTo>
                  <a:pt x="8126930" y="1899385"/>
                  <a:pt x="8127378" y="1922415"/>
                  <a:pt x="8133347" y="1944303"/>
                </a:cubicBezTo>
                <a:cubicBezTo>
                  <a:pt x="8137122" y="1958146"/>
                  <a:pt x="8146770" y="1969692"/>
                  <a:pt x="8152598" y="1982804"/>
                </a:cubicBezTo>
                <a:cubicBezTo>
                  <a:pt x="8159615" y="1998593"/>
                  <a:pt x="8164831" y="2015141"/>
                  <a:pt x="8171848" y="2030930"/>
                </a:cubicBezTo>
                <a:cubicBezTo>
                  <a:pt x="8199112" y="2092274"/>
                  <a:pt x="8188063" y="2049181"/>
                  <a:pt x="8210350" y="2127183"/>
                </a:cubicBezTo>
                <a:cubicBezTo>
                  <a:pt x="8211231" y="2130268"/>
                  <a:pt x="8210350" y="2133600"/>
                  <a:pt x="8210350" y="2136808"/>
                </a:cubicBezTo>
              </a:path>
            </a:pathLst>
          </a:custGeom>
          <a:noFill/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F4C8B34-9949-81B2-9074-A4179E983CA1}"/>
              </a:ext>
            </a:extLst>
          </p:cNvPr>
          <p:cNvSpPr txBox="1"/>
          <p:nvPr/>
        </p:nvSpPr>
        <p:spPr>
          <a:xfrm>
            <a:off x="324474" y="2719907"/>
            <a:ext cx="746158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Virtual Machine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6F1CD23A-6332-83D5-58FB-F23BC07BA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850" y="1952257"/>
            <a:ext cx="355396" cy="367431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D658A431-BF02-EF30-0622-E395F4DD927B}"/>
              </a:ext>
            </a:extLst>
          </p:cNvPr>
          <p:cNvSpPr txBox="1"/>
          <p:nvPr/>
        </p:nvSpPr>
        <p:spPr>
          <a:xfrm>
            <a:off x="6742658" y="1174642"/>
            <a:ext cx="1125416" cy="2318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Virtual Network Gateway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D490A009-2070-182A-B909-755B170081E6}"/>
              </a:ext>
            </a:extLst>
          </p:cNvPr>
          <p:cNvSpPr/>
          <p:nvPr/>
        </p:nvSpPr>
        <p:spPr>
          <a:xfrm>
            <a:off x="144379" y="936959"/>
            <a:ext cx="8992782" cy="1045845"/>
          </a:xfrm>
          <a:custGeom>
            <a:avLst/>
            <a:gdLst>
              <a:gd name="connsiteX0" fmla="*/ 0 w 8992782"/>
              <a:gd name="connsiteY0" fmla="*/ 1045845 h 1045845"/>
              <a:gd name="connsiteX1" fmla="*/ 596766 w 8992782"/>
              <a:gd name="connsiteY1" fmla="*/ 785963 h 1045845"/>
              <a:gd name="connsiteX2" fmla="*/ 1674796 w 8992782"/>
              <a:gd name="connsiteY2" fmla="*/ 73694 h 1045845"/>
              <a:gd name="connsiteX3" fmla="*/ 3811604 w 8992782"/>
              <a:gd name="connsiteY3" fmla="*/ 83319 h 1045845"/>
              <a:gd name="connsiteX4" fmla="*/ 5188017 w 8992782"/>
              <a:gd name="connsiteY4" fmla="*/ 6317 h 1045845"/>
              <a:gd name="connsiteX5" fmla="*/ 8431730 w 8992782"/>
              <a:gd name="connsiteY5" fmla="*/ 102569 h 1045845"/>
              <a:gd name="connsiteX6" fmla="*/ 8989996 w 8992782"/>
              <a:gd name="connsiteY6" fmla="*/ 872590 h 1045845"/>
              <a:gd name="connsiteX7" fmla="*/ 8989996 w 8992782"/>
              <a:gd name="connsiteY7" fmla="*/ 872590 h 1045845"/>
              <a:gd name="connsiteX8" fmla="*/ 8989996 w 8992782"/>
              <a:gd name="connsiteY8" fmla="*/ 872590 h 1045845"/>
              <a:gd name="connsiteX9" fmla="*/ 8989996 w 8992782"/>
              <a:gd name="connsiteY9" fmla="*/ 872590 h 104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2782" h="1045845">
                <a:moveTo>
                  <a:pt x="0" y="1045845"/>
                </a:moveTo>
                <a:cubicBezTo>
                  <a:pt x="158816" y="996916"/>
                  <a:pt x="317633" y="947988"/>
                  <a:pt x="596766" y="785963"/>
                </a:cubicBezTo>
                <a:cubicBezTo>
                  <a:pt x="875899" y="623938"/>
                  <a:pt x="1138990" y="190801"/>
                  <a:pt x="1674796" y="73694"/>
                </a:cubicBezTo>
                <a:cubicBezTo>
                  <a:pt x="2210602" y="-43413"/>
                  <a:pt x="3226067" y="94548"/>
                  <a:pt x="3811604" y="83319"/>
                </a:cubicBezTo>
                <a:cubicBezTo>
                  <a:pt x="4397141" y="72090"/>
                  <a:pt x="4417996" y="3109"/>
                  <a:pt x="5188017" y="6317"/>
                </a:cubicBezTo>
                <a:cubicBezTo>
                  <a:pt x="5958038" y="9525"/>
                  <a:pt x="7798067" y="-41810"/>
                  <a:pt x="8431730" y="102569"/>
                </a:cubicBezTo>
                <a:cubicBezTo>
                  <a:pt x="9065393" y="246948"/>
                  <a:pt x="8989996" y="872590"/>
                  <a:pt x="8989996" y="872590"/>
                </a:cubicBezTo>
                <a:lnTo>
                  <a:pt x="8989996" y="872590"/>
                </a:lnTo>
                <a:lnTo>
                  <a:pt x="8989996" y="872590"/>
                </a:lnTo>
                <a:lnTo>
                  <a:pt x="8989996" y="872590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2A2C59B2-D2D6-A346-9150-0ED8356667AE}"/>
              </a:ext>
            </a:extLst>
          </p:cNvPr>
          <p:cNvCxnSpPr/>
          <p:nvPr/>
        </p:nvCxnSpPr>
        <p:spPr>
          <a:xfrm>
            <a:off x="3839817" y="1982804"/>
            <a:ext cx="2768670" cy="948490"/>
          </a:xfrm>
          <a:prstGeom prst="bentConnector3">
            <a:avLst/>
          </a:prstGeom>
          <a:ln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FE894850-E33A-E2B6-9309-3C1216B155DD}"/>
              </a:ext>
            </a:extLst>
          </p:cNvPr>
          <p:cNvCxnSpPr>
            <a:cxnSpLocks/>
          </p:cNvCxnSpPr>
          <p:nvPr/>
        </p:nvCxnSpPr>
        <p:spPr>
          <a:xfrm flipV="1">
            <a:off x="3963127" y="1818265"/>
            <a:ext cx="2657480" cy="1234438"/>
          </a:xfrm>
          <a:prstGeom prst="bentConnector3">
            <a:avLst/>
          </a:prstGeom>
          <a:ln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0271AD34-6D9C-FBB9-3F4E-C5AE26F07FD8}"/>
              </a:ext>
            </a:extLst>
          </p:cNvPr>
          <p:cNvSpPr/>
          <p:nvPr/>
        </p:nvSpPr>
        <p:spPr>
          <a:xfrm>
            <a:off x="7036067" y="2826270"/>
            <a:ext cx="1848051" cy="1947861"/>
          </a:xfrm>
          <a:custGeom>
            <a:avLst/>
            <a:gdLst>
              <a:gd name="connsiteX0" fmla="*/ 0 w 1848051"/>
              <a:gd name="connsiteY0" fmla="*/ 1947861 h 1947861"/>
              <a:gd name="connsiteX1" fmla="*/ 423512 w 1848051"/>
              <a:gd name="connsiteY1" fmla="*/ 1235591 h 1947861"/>
              <a:gd name="connsiteX2" fmla="*/ 1270535 w 1848051"/>
              <a:gd name="connsiteY2" fmla="*/ 1033461 h 1947861"/>
              <a:gd name="connsiteX3" fmla="*/ 1540042 w 1848051"/>
              <a:gd name="connsiteY3" fmla="*/ 99810 h 1947861"/>
              <a:gd name="connsiteX4" fmla="*/ 1848051 w 1848051"/>
              <a:gd name="connsiteY4" fmla="*/ 70934 h 194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8051" h="1947861">
                <a:moveTo>
                  <a:pt x="0" y="1947861"/>
                </a:moveTo>
                <a:cubicBezTo>
                  <a:pt x="105878" y="1667926"/>
                  <a:pt x="211756" y="1387991"/>
                  <a:pt x="423512" y="1235591"/>
                </a:cubicBezTo>
                <a:cubicBezTo>
                  <a:pt x="635268" y="1083191"/>
                  <a:pt x="1084447" y="1222758"/>
                  <a:pt x="1270535" y="1033461"/>
                </a:cubicBezTo>
                <a:cubicBezTo>
                  <a:pt x="1456623" y="844164"/>
                  <a:pt x="1443789" y="260231"/>
                  <a:pt x="1540042" y="99810"/>
                </a:cubicBezTo>
                <a:cubicBezTo>
                  <a:pt x="1636295" y="-60611"/>
                  <a:pt x="1742173" y="5161"/>
                  <a:pt x="1848051" y="70934"/>
                </a:cubicBezTo>
              </a:path>
            </a:pathLst>
          </a:custGeom>
          <a:ln w="12700" cap="flat" cmpd="sng" algn="ctr">
            <a:solidFill>
              <a:schemeClr val="dk1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D35F8C1B-5301-04D0-5344-349912219739}"/>
              </a:ext>
            </a:extLst>
          </p:cNvPr>
          <p:cNvSpPr/>
          <p:nvPr/>
        </p:nvSpPr>
        <p:spPr>
          <a:xfrm>
            <a:off x="4745255" y="3926058"/>
            <a:ext cx="4235116" cy="857698"/>
          </a:xfrm>
          <a:custGeom>
            <a:avLst/>
            <a:gdLst>
              <a:gd name="connsiteX0" fmla="*/ 0 w 4235116"/>
              <a:gd name="connsiteY0" fmla="*/ 742195 h 857698"/>
              <a:gd name="connsiteX1" fmla="*/ 721894 w 4235116"/>
              <a:gd name="connsiteY1" fmla="*/ 588190 h 857698"/>
              <a:gd name="connsiteX2" fmla="*/ 1078029 w 4235116"/>
              <a:gd name="connsiteY2" fmla="*/ 135803 h 857698"/>
              <a:gd name="connsiteX3" fmla="*/ 1799924 w 4235116"/>
              <a:gd name="connsiteY3" fmla="*/ 174304 h 857698"/>
              <a:gd name="connsiteX4" fmla="*/ 2242686 w 4235116"/>
              <a:gd name="connsiteY4" fmla="*/ 1049 h 857698"/>
              <a:gd name="connsiteX5" fmla="*/ 2762450 w 4235116"/>
              <a:gd name="connsiteY5" fmla="*/ 97302 h 857698"/>
              <a:gd name="connsiteX6" fmla="*/ 3330341 w 4235116"/>
              <a:gd name="connsiteY6" fmla="*/ 212805 h 857698"/>
              <a:gd name="connsiteX7" fmla="*/ 3493970 w 4235116"/>
              <a:gd name="connsiteY7" fmla="*/ 443811 h 857698"/>
              <a:gd name="connsiteX8" fmla="*/ 3917482 w 4235116"/>
              <a:gd name="connsiteY8" fmla="*/ 549689 h 857698"/>
              <a:gd name="connsiteX9" fmla="*/ 4109987 w 4235116"/>
              <a:gd name="connsiteY9" fmla="*/ 626691 h 857698"/>
              <a:gd name="connsiteX10" fmla="*/ 4235116 w 4235116"/>
              <a:gd name="connsiteY10" fmla="*/ 857698 h 857698"/>
              <a:gd name="connsiteX11" fmla="*/ 4235116 w 4235116"/>
              <a:gd name="connsiteY11" fmla="*/ 857698 h 857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235116" h="857698">
                <a:moveTo>
                  <a:pt x="0" y="742195"/>
                </a:moveTo>
                <a:cubicBezTo>
                  <a:pt x="271111" y="715725"/>
                  <a:pt x="542223" y="689255"/>
                  <a:pt x="721894" y="588190"/>
                </a:cubicBezTo>
                <a:cubicBezTo>
                  <a:pt x="901566" y="487125"/>
                  <a:pt x="898357" y="204784"/>
                  <a:pt x="1078029" y="135803"/>
                </a:cubicBezTo>
                <a:cubicBezTo>
                  <a:pt x="1257701" y="66822"/>
                  <a:pt x="1605815" y="196763"/>
                  <a:pt x="1799924" y="174304"/>
                </a:cubicBezTo>
                <a:cubicBezTo>
                  <a:pt x="1994034" y="151845"/>
                  <a:pt x="2082265" y="13883"/>
                  <a:pt x="2242686" y="1049"/>
                </a:cubicBezTo>
                <a:cubicBezTo>
                  <a:pt x="2403107" y="-11785"/>
                  <a:pt x="2762450" y="97302"/>
                  <a:pt x="2762450" y="97302"/>
                </a:cubicBezTo>
                <a:cubicBezTo>
                  <a:pt x="2943726" y="132595"/>
                  <a:pt x="3208421" y="155053"/>
                  <a:pt x="3330341" y="212805"/>
                </a:cubicBezTo>
                <a:cubicBezTo>
                  <a:pt x="3452261" y="270556"/>
                  <a:pt x="3396113" y="387664"/>
                  <a:pt x="3493970" y="443811"/>
                </a:cubicBezTo>
                <a:cubicBezTo>
                  <a:pt x="3591827" y="499958"/>
                  <a:pt x="3814813" y="519209"/>
                  <a:pt x="3917482" y="549689"/>
                </a:cubicBezTo>
                <a:cubicBezTo>
                  <a:pt x="4020151" y="580169"/>
                  <a:pt x="4057048" y="575356"/>
                  <a:pt x="4109987" y="626691"/>
                </a:cubicBezTo>
                <a:cubicBezTo>
                  <a:pt x="4162926" y="678026"/>
                  <a:pt x="4235116" y="857698"/>
                  <a:pt x="4235116" y="857698"/>
                </a:cubicBezTo>
                <a:lnTo>
                  <a:pt x="4235116" y="857698"/>
                </a:lnTo>
              </a:path>
            </a:pathLst>
          </a:custGeom>
          <a:noFill/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013B265B-F739-1A32-6166-013159AA1D7A}"/>
              </a:ext>
            </a:extLst>
          </p:cNvPr>
          <p:cNvSpPr/>
          <p:nvPr/>
        </p:nvSpPr>
        <p:spPr>
          <a:xfrm>
            <a:off x="5707781" y="2804834"/>
            <a:ext cx="3677005" cy="1969297"/>
          </a:xfrm>
          <a:custGeom>
            <a:avLst/>
            <a:gdLst>
              <a:gd name="connsiteX0" fmla="*/ 0 w 3677005"/>
              <a:gd name="connsiteY0" fmla="*/ 1969297 h 1969297"/>
              <a:gd name="connsiteX1" fmla="*/ 587141 w 3677005"/>
              <a:gd name="connsiteY1" fmla="*/ 1488033 h 1969297"/>
              <a:gd name="connsiteX2" fmla="*/ 1463040 w 3677005"/>
              <a:gd name="connsiteY2" fmla="*/ 1257027 h 1969297"/>
              <a:gd name="connsiteX3" fmla="*/ 1828800 w 3677005"/>
              <a:gd name="connsiteY3" fmla="*/ 862391 h 1969297"/>
              <a:gd name="connsiteX4" fmla="*/ 2502568 w 3677005"/>
              <a:gd name="connsiteY4" fmla="*/ 718012 h 1969297"/>
              <a:gd name="connsiteX5" fmla="*/ 3118585 w 3677005"/>
              <a:gd name="connsiteY5" fmla="*/ 130871 h 1969297"/>
              <a:gd name="connsiteX6" fmla="*/ 3291840 w 3677005"/>
              <a:gd name="connsiteY6" fmla="*/ 53869 h 1969297"/>
              <a:gd name="connsiteX7" fmla="*/ 3445844 w 3677005"/>
              <a:gd name="connsiteY7" fmla="*/ 795014 h 1969297"/>
              <a:gd name="connsiteX8" fmla="*/ 3676851 w 3677005"/>
              <a:gd name="connsiteY8" fmla="*/ 1026021 h 1969297"/>
              <a:gd name="connsiteX9" fmla="*/ 3484345 w 3677005"/>
              <a:gd name="connsiteY9" fmla="*/ 1439907 h 1969297"/>
              <a:gd name="connsiteX10" fmla="*/ 3657600 w 3677005"/>
              <a:gd name="connsiteY10" fmla="*/ 1959671 h 1969297"/>
              <a:gd name="connsiteX11" fmla="*/ 3657600 w 3677005"/>
              <a:gd name="connsiteY11" fmla="*/ 1959671 h 196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77005" h="1969297">
                <a:moveTo>
                  <a:pt x="0" y="1969297"/>
                </a:moveTo>
                <a:cubicBezTo>
                  <a:pt x="171650" y="1788021"/>
                  <a:pt x="343301" y="1606745"/>
                  <a:pt x="587141" y="1488033"/>
                </a:cubicBezTo>
                <a:cubicBezTo>
                  <a:pt x="830981" y="1369321"/>
                  <a:pt x="1256097" y="1361301"/>
                  <a:pt x="1463040" y="1257027"/>
                </a:cubicBezTo>
                <a:cubicBezTo>
                  <a:pt x="1669983" y="1152753"/>
                  <a:pt x="1655545" y="952227"/>
                  <a:pt x="1828800" y="862391"/>
                </a:cubicBezTo>
                <a:cubicBezTo>
                  <a:pt x="2002055" y="772555"/>
                  <a:pt x="2287604" y="839932"/>
                  <a:pt x="2502568" y="718012"/>
                </a:cubicBezTo>
                <a:cubicBezTo>
                  <a:pt x="2717532" y="596092"/>
                  <a:pt x="2987040" y="241562"/>
                  <a:pt x="3118585" y="130871"/>
                </a:cubicBezTo>
                <a:cubicBezTo>
                  <a:pt x="3250130" y="20180"/>
                  <a:pt x="3237297" y="-56821"/>
                  <a:pt x="3291840" y="53869"/>
                </a:cubicBezTo>
                <a:cubicBezTo>
                  <a:pt x="3346383" y="164559"/>
                  <a:pt x="3381676" y="632989"/>
                  <a:pt x="3445844" y="795014"/>
                </a:cubicBezTo>
                <a:cubicBezTo>
                  <a:pt x="3510013" y="957039"/>
                  <a:pt x="3670434" y="918539"/>
                  <a:pt x="3676851" y="1026021"/>
                </a:cubicBezTo>
                <a:cubicBezTo>
                  <a:pt x="3683268" y="1133503"/>
                  <a:pt x="3487554" y="1284299"/>
                  <a:pt x="3484345" y="1439907"/>
                </a:cubicBezTo>
                <a:cubicBezTo>
                  <a:pt x="3481137" y="1595515"/>
                  <a:pt x="3657600" y="1959671"/>
                  <a:pt x="3657600" y="1959671"/>
                </a:cubicBezTo>
                <a:lnTo>
                  <a:pt x="3657600" y="1959671"/>
                </a:lnTo>
              </a:path>
            </a:pathLst>
          </a:custGeom>
          <a:ln w="9525" cap="flat" cmpd="sng" algn="ctr">
            <a:solidFill>
              <a:schemeClr val="accent2"/>
            </a:solidFill>
            <a:prstDash val="lg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093B2C7-ABF2-D867-5E8F-0782A306C5E2}"/>
              </a:ext>
            </a:extLst>
          </p:cNvPr>
          <p:cNvSpPr/>
          <p:nvPr/>
        </p:nvSpPr>
        <p:spPr>
          <a:xfrm>
            <a:off x="35128" y="1011550"/>
            <a:ext cx="3971313" cy="3022441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1011837-5D1D-4AD1-F5F5-7AAB450D2554}"/>
              </a:ext>
            </a:extLst>
          </p:cNvPr>
          <p:cNvSpPr txBox="1"/>
          <p:nvPr/>
        </p:nvSpPr>
        <p:spPr>
          <a:xfrm>
            <a:off x="9312333" y="1011551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Routable Hub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906371-0E19-B6BB-71B5-BBF193923358}"/>
              </a:ext>
            </a:extLst>
          </p:cNvPr>
          <p:cNvSpPr txBox="1"/>
          <p:nvPr/>
        </p:nvSpPr>
        <p:spPr>
          <a:xfrm>
            <a:off x="4352950" y="4968160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10.9.0.0/24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10E14C-1E04-99EA-E55D-4E707F4BE77A}"/>
              </a:ext>
            </a:extLst>
          </p:cNvPr>
          <p:cNvSpPr txBox="1"/>
          <p:nvPr/>
        </p:nvSpPr>
        <p:spPr>
          <a:xfrm>
            <a:off x="7989330" y="4946935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10.10.0.0/24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C0A6829-AA46-F4D5-4563-1B2BB6419F35}"/>
              </a:ext>
            </a:extLst>
          </p:cNvPr>
          <p:cNvSpPr/>
          <p:nvPr/>
        </p:nvSpPr>
        <p:spPr>
          <a:xfrm>
            <a:off x="2947277" y="1434874"/>
            <a:ext cx="827668" cy="2337028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269499A-39D0-8C5E-492F-719E1F0D0BB4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1327603" y="1815531"/>
            <a:ext cx="1811251" cy="700376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17AE3F1-69C5-7EBD-AFA5-414D27B8A78C}"/>
              </a:ext>
            </a:extLst>
          </p:cNvPr>
          <p:cNvCxnSpPr>
            <a:cxnSpLocks/>
          </p:cNvCxnSpPr>
          <p:nvPr/>
        </p:nvCxnSpPr>
        <p:spPr>
          <a:xfrm>
            <a:off x="1345103" y="2522980"/>
            <a:ext cx="1779211" cy="83039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DF7AA1B-DCC1-92B7-6C63-F14C9638B0B7}"/>
              </a:ext>
            </a:extLst>
          </p:cNvPr>
          <p:cNvSpPr/>
          <p:nvPr/>
        </p:nvSpPr>
        <p:spPr>
          <a:xfrm>
            <a:off x="1203767" y="2417717"/>
            <a:ext cx="247146" cy="241408"/>
          </a:xfrm>
          <a:prstGeom prst="round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7D985FB-1D15-BD71-B4DB-EEEA09520ECB}"/>
              </a:ext>
            </a:extLst>
          </p:cNvPr>
          <p:cNvSpPr txBox="1"/>
          <p:nvPr/>
        </p:nvSpPr>
        <p:spPr>
          <a:xfrm>
            <a:off x="180743" y="1153301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400" b="1" dirty="0">
                <a:latin typeface="Vodafone Rg" pitchFamily="34" charset="0"/>
              </a:rPr>
              <a:t>VCI</a:t>
            </a:r>
            <a:r>
              <a:rPr lang="en-US" sz="1100" dirty="0">
                <a:latin typeface="Vodafone Rg" pitchFamily="34" charset="0"/>
              </a:rPr>
              <a:t> </a:t>
            </a:r>
            <a:r>
              <a:rPr lang="en-US" sz="1400" b="1" dirty="0">
                <a:latin typeface="Vodafone Rg" pitchFamily="34" charset="0"/>
              </a:rPr>
              <a:t>SWINDON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D427C8-3CCC-7460-8598-22A0CA89B1EF}"/>
              </a:ext>
            </a:extLst>
          </p:cNvPr>
          <p:cNvSpPr txBox="1"/>
          <p:nvPr/>
        </p:nvSpPr>
        <p:spPr>
          <a:xfrm>
            <a:off x="8049673" y="5966561"/>
            <a:ext cx="1682979" cy="1711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Local Market- Spoke-2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9D7ADB7-C5E0-CACD-8799-8D2F46047D1D}"/>
              </a:ext>
            </a:extLst>
          </p:cNvPr>
          <p:cNvSpPr txBox="1"/>
          <p:nvPr/>
        </p:nvSpPr>
        <p:spPr>
          <a:xfrm>
            <a:off x="145735" y="3721536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400" b="1" dirty="0">
                <a:latin typeface="Vodafone Rg" pitchFamily="34" charset="0"/>
              </a:rPr>
              <a:t>ON-PREM SITE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19E4FCE-5D97-F703-5B28-29BE8E78CA37}"/>
              </a:ext>
            </a:extLst>
          </p:cNvPr>
          <p:cNvSpPr txBox="1"/>
          <p:nvPr/>
        </p:nvSpPr>
        <p:spPr>
          <a:xfrm>
            <a:off x="3169279" y="2193100"/>
            <a:ext cx="640836" cy="365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SDWAN EDGES</a:t>
            </a:r>
          </a:p>
          <a:p>
            <a:pPr marL="0" indent="0">
              <a:buFont typeface="Arial" pitchFamily="34" charset="0"/>
              <a:buNone/>
            </a:pPr>
            <a:r>
              <a:rPr lang="en-US" sz="1200" b="1" dirty="0">
                <a:latin typeface="Vodafone Rg" pitchFamily="34" charset="0"/>
              </a:rPr>
              <a:t>AS VPN GW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E659119-624B-99AF-6891-26CAB3D1FDA3}"/>
              </a:ext>
            </a:extLst>
          </p:cNvPr>
          <p:cNvSpPr txBox="1"/>
          <p:nvPr/>
        </p:nvSpPr>
        <p:spPr>
          <a:xfrm>
            <a:off x="2918235" y="3778008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10.7.0.0/16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C64F9B3-12F7-86DE-4670-A91140ED490A}"/>
              </a:ext>
            </a:extLst>
          </p:cNvPr>
          <p:cNvSpPr txBox="1"/>
          <p:nvPr/>
        </p:nvSpPr>
        <p:spPr>
          <a:xfrm>
            <a:off x="188324" y="2923769"/>
            <a:ext cx="1022052" cy="211387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10.7.0.0/24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AEA9F1-7E25-E11A-3428-CE948890DF58}"/>
              </a:ext>
            </a:extLst>
          </p:cNvPr>
          <p:cNvSpPr txBox="1"/>
          <p:nvPr/>
        </p:nvSpPr>
        <p:spPr>
          <a:xfrm>
            <a:off x="9393358" y="3501311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10.5.0.0/16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2A5FCD2-4345-729F-80AE-941206B9D7FC}"/>
              </a:ext>
            </a:extLst>
          </p:cNvPr>
          <p:cNvSpPr txBox="1"/>
          <p:nvPr/>
        </p:nvSpPr>
        <p:spPr>
          <a:xfrm>
            <a:off x="134091" y="6240770"/>
            <a:ext cx="1979253" cy="2766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b="1" dirty="0">
                <a:latin typeface="Vodafone Rg" pitchFamily="34" charset="0"/>
              </a:rPr>
              <a:t>Dublin Azure Region</a:t>
            </a:r>
          </a:p>
        </p:txBody>
      </p:sp>
      <p:sp>
        <p:nvSpPr>
          <p:cNvPr id="88" name="Thought Bubble: Cloud 87">
            <a:extLst>
              <a:ext uri="{FF2B5EF4-FFF2-40B4-BE49-F238E27FC236}">
                <a16:creationId xmlns:a16="http://schemas.microsoft.com/office/drawing/2014/main" id="{97167625-F0BB-1EBC-C82F-7508D33B0D68}"/>
              </a:ext>
            </a:extLst>
          </p:cNvPr>
          <p:cNvSpPr/>
          <p:nvPr/>
        </p:nvSpPr>
        <p:spPr>
          <a:xfrm>
            <a:off x="10842514" y="884798"/>
            <a:ext cx="1205107" cy="1318928"/>
          </a:xfrm>
          <a:prstGeom prst="cloudCallou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rPr>
              <a:t>INTERNET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3261B7D-A8AF-3DB2-0B57-FAAB5ED9199F}"/>
              </a:ext>
            </a:extLst>
          </p:cNvPr>
          <p:cNvCxnSpPr/>
          <p:nvPr/>
        </p:nvCxnSpPr>
        <p:spPr>
          <a:xfrm flipV="1">
            <a:off x="9312333" y="1815531"/>
            <a:ext cx="1530181" cy="23816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513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46AA1-9378-99C5-A511-BA13E5E33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1047ED1-FDB0-F3CD-65D7-574D4675AA21}"/>
              </a:ext>
            </a:extLst>
          </p:cNvPr>
          <p:cNvSpPr/>
          <p:nvPr/>
        </p:nvSpPr>
        <p:spPr>
          <a:xfrm>
            <a:off x="77001" y="916417"/>
            <a:ext cx="4263839" cy="31440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5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92" name="Title 1">
            <a:extLst>
              <a:ext uri="{FF2B5EF4-FFF2-40B4-BE49-F238E27FC236}">
                <a16:creationId xmlns:a16="http://schemas.microsoft.com/office/drawing/2014/main" id="{44D98E6B-4FFC-4C3E-5106-903ABE55295B}"/>
              </a:ext>
            </a:extLst>
          </p:cNvPr>
          <p:cNvSpPr txBox="1">
            <a:spLocks/>
          </p:cNvSpPr>
          <p:nvPr/>
        </p:nvSpPr>
        <p:spPr bwMode="auto">
          <a:xfrm>
            <a:off x="336559" y="266712"/>
            <a:ext cx="11099227" cy="40714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Vodafone Rg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>
                    <a:lumMod val="65000"/>
                    <a:lumOff val="35000"/>
                  </a:srgbClr>
                </a:solidFill>
                <a:sym typeface="Webdings" panose="05030102010509060703" pitchFamily="18" charset="2"/>
              </a:rPr>
              <a:t>Azure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  </a:t>
            </a:r>
            <a:r>
              <a:rPr lang="de-DE" dirty="0">
                <a:solidFill>
                  <a:srgbClr val="E60000"/>
                </a:solidFill>
                <a:sym typeface="Webdings" panose="05030102010509060703" pitchFamily="18" charset="2"/>
              </a:rPr>
              <a:t>Terraform Demo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E60000"/>
                </a:solidFill>
                <a:effectLst/>
                <a:uLnTx/>
                <a:uFillTx/>
                <a:latin typeface="Vodafone Rg" pitchFamily="34" charset="0"/>
                <a:ea typeface="+mj-ea"/>
                <a:cs typeface="+mj-cs"/>
                <a:sym typeface="Webdings" panose="05030102010509060703" pitchFamily="18" charset="2"/>
              </a:rPr>
              <a:t>  | North-South &amp; East-West Connectivity | Adding 3rd spoke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E60000"/>
              </a:solidFill>
              <a:effectLst/>
              <a:uLnTx/>
              <a:uFillTx/>
              <a:latin typeface="Vodafone Rg" pitchFamily="34" charset="0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8E7539-2ABD-5391-1B88-1B229AC8B6F1}"/>
              </a:ext>
            </a:extLst>
          </p:cNvPr>
          <p:cNvSpPr/>
          <p:nvPr/>
        </p:nvSpPr>
        <p:spPr>
          <a:xfrm>
            <a:off x="6620607" y="975949"/>
            <a:ext cx="3842313" cy="2795953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1F3CA6-5048-8E8E-68FD-452D047D7B65}"/>
              </a:ext>
            </a:extLst>
          </p:cNvPr>
          <p:cNvSpPr/>
          <p:nvPr/>
        </p:nvSpPr>
        <p:spPr>
          <a:xfrm>
            <a:off x="6690947" y="2417717"/>
            <a:ext cx="1207738" cy="1038475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0C49D8-69BB-D0CF-D6D1-7FC127BFECA1}"/>
              </a:ext>
            </a:extLst>
          </p:cNvPr>
          <p:cNvSpPr/>
          <p:nvPr/>
        </p:nvSpPr>
        <p:spPr>
          <a:xfrm>
            <a:off x="8277985" y="1839347"/>
            <a:ext cx="1023185" cy="1010743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9414DA-8D06-B268-401A-85A7C32499EB}"/>
              </a:ext>
            </a:extLst>
          </p:cNvPr>
          <p:cNvSpPr/>
          <p:nvPr/>
        </p:nvSpPr>
        <p:spPr>
          <a:xfrm>
            <a:off x="8274378" y="1527297"/>
            <a:ext cx="1023185" cy="331177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21268B-966C-886A-0F8F-EF33EB6AD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69" y="2687340"/>
            <a:ext cx="392723" cy="39272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CB0C470-F9DD-765E-F353-46A848217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616" y="2053294"/>
            <a:ext cx="580281" cy="5802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F12148-D774-BFF8-82F7-754CE93722F8}"/>
              </a:ext>
            </a:extLst>
          </p:cNvPr>
          <p:cNvSpPr txBox="1"/>
          <p:nvPr/>
        </p:nvSpPr>
        <p:spPr>
          <a:xfrm>
            <a:off x="6773269" y="2235711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Vodafone Rg" pitchFamily="34" charset="0"/>
              </a:rPr>
              <a:t>Gateway Subnet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32F82-A831-F031-0D78-B352D0379B0B}"/>
              </a:ext>
            </a:extLst>
          </p:cNvPr>
          <p:cNvSpPr txBox="1"/>
          <p:nvPr/>
        </p:nvSpPr>
        <p:spPr>
          <a:xfrm>
            <a:off x="6773269" y="2455442"/>
            <a:ext cx="1125416" cy="2318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Virtual Network Gateway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1CB348-F48D-BCFC-0E6A-E877AF4107FE}"/>
              </a:ext>
            </a:extLst>
          </p:cNvPr>
          <p:cNvSpPr txBox="1"/>
          <p:nvPr/>
        </p:nvSpPr>
        <p:spPr>
          <a:xfrm>
            <a:off x="8295485" y="2719907"/>
            <a:ext cx="634161" cy="331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Azure Firewall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FC9F13-3E51-AFC6-261C-1424E551211E}"/>
              </a:ext>
            </a:extLst>
          </p:cNvPr>
          <p:cNvSpPr txBox="1"/>
          <p:nvPr/>
        </p:nvSpPr>
        <p:spPr>
          <a:xfrm>
            <a:off x="8282245" y="1606878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Vodafone Rg" pitchFamily="34" charset="0"/>
              </a:rPr>
              <a:t>Azure FW Subnet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86BECF-B0D7-1509-F8B5-58288FF914D6}"/>
              </a:ext>
            </a:extLst>
          </p:cNvPr>
          <p:cNvSpPr/>
          <p:nvPr/>
        </p:nvSpPr>
        <p:spPr>
          <a:xfrm>
            <a:off x="1400882" y="1296701"/>
            <a:ext cx="2388603" cy="1037660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851C07-100D-A123-EE87-C2A40181C217}"/>
              </a:ext>
            </a:extLst>
          </p:cNvPr>
          <p:cNvSpPr txBox="1"/>
          <p:nvPr/>
        </p:nvSpPr>
        <p:spPr>
          <a:xfrm>
            <a:off x="202187" y="905858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Vodafone Rg" pitchFamily="34" charset="0"/>
              </a:rPr>
              <a:t>Connectivity Hub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855CAF-398A-F6A3-583B-2C05B2918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854" y="1619169"/>
            <a:ext cx="392723" cy="3927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9488D1-31E1-91FA-4390-98FFF9139D03}"/>
              </a:ext>
            </a:extLst>
          </p:cNvPr>
          <p:cNvSpPr txBox="1"/>
          <p:nvPr/>
        </p:nvSpPr>
        <p:spPr>
          <a:xfrm>
            <a:off x="1529862" y="1482785"/>
            <a:ext cx="1351084" cy="670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SDWAN connectivity has been mimicked by using VNG &amp; creating  BGP-</a:t>
            </a:r>
            <a:r>
              <a:rPr lang="en-US" sz="1000" dirty="0" err="1">
                <a:latin typeface="Vodafone Rg" pitchFamily="34" charset="0"/>
              </a:rPr>
              <a:t>IPSec</a:t>
            </a:r>
            <a:r>
              <a:rPr lang="en-US" sz="1000" dirty="0">
                <a:latin typeface="Vodafone Rg" pitchFamily="34" charset="0"/>
              </a:rPr>
              <a:t> tunnel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3421F1B-FEAA-E9D7-8A19-5A9DD108937A}"/>
              </a:ext>
            </a:extLst>
          </p:cNvPr>
          <p:cNvGrpSpPr/>
          <p:nvPr/>
        </p:nvGrpSpPr>
        <p:grpSpPr>
          <a:xfrm>
            <a:off x="6645043" y="3162598"/>
            <a:ext cx="383029" cy="315710"/>
            <a:chOff x="7536126" y="4930269"/>
            <a:chExt cx="522782" cy="46376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BB45647-E636-2252-57FE-0BA06CDC9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677437" y="5012565"/>
              <a:ext cx="381471" cy="381471"/>
            </a:xfrm>
            <a:prstGeom prst="rect">
              <a:avLst/>
            </a:prstGeom>
          </p:spPr>
        </p:pic>
        <p:sp>
          <p:nvSpPr>
            <p:cNvPr id="23" name="Arrow: Bent 22">
              <a:extLst>
                <a:ext uri="{FF2B5EF4-FFF2-40B4-BE49-F238E27FC236}">
                  <a16:creationId xmlns:a16="http://schemas.microsoft.com/office/drawing/2014/main" id="{F1AB5ADD-E60F-B3C8-8AB8-D916FE7C5228}"/>
                </a:ext>
              </a:extLst>
            </p:cNvPr>
            <p:cNvSpPr/>
            <p:nvPr/>
          </p:nvSpPr>
          <p:spPr>
            <a:xfrm rot="10800000">
              <a:off x="7536126" y="4930269"/>
              <a:ext cx="280238" cy="280238"/>
            </a:xfrm>
            <a:prstGeom prst="bentArrow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277AB26-7CF3-60AC-876B-7ABD070C6766}"/>
              </a:ext>
            </a:extLst>
          </p:cNvPr>
          <p:cNvGrpSpPr/>
          <p:nvPr/>
        </p:nvGrpSpPr>
        <p:grpSpPr>
          <a:xfrm>
            <a:off x="1940269" y="4783271"/>
            <a:ext cx="3159370" cy="1703075"/>
            <a:chOff x="4220482" y="4783271"/>
            <a:chExt cx="3159370" cy="170307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E6DFE8C-5503-6B89-61CD-2EFA64747C77}"/>
                </a:ext>
              </a:extLst>
            </p:cNvPr>
            <p:cNvSpPr/>
            <p:nvPr/>
          </p:nvSpPr>
          <p:spPr>
            <a:xfrm>
              <a:off x="4220482" y="4783271"/>
              <a:ext cx="3159370" cy="17030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DAF83D8-911E-C0C9-8998-B24A5EA03505}"/>
                </a:ext>
              </a:extLst>
            </p:cNvPr>
            <p:cNvSpPr/>
            <p:nvPr/>
          </p:nvSpPr>
          <p:spPr>
            <a:xfrm>
              <a:off x="4361364" y="4941533"/>
              <a:ext cx="2889179" cy="1235566"/>
            </a:xfrm>
            <a:prstGeom prst="rect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FB2705-DA23-02CB-4E79-38145F912C22}"/>
                </a:ext>
              </a:extLst>
            </p:cNvPr>
            <p:cNvSpPr/>
            <p:nvPr/>
          </p:nvSpPr>
          <p:spPr>
            <a:xfrm>
              <a:off x="5641226" y="5108586"/>
              <a:ext cx="1270177" cy="830390"/>
            </a:xfrm>
            <a:prstGeom prst="rect">
              <a:avLst/>
            </a:prstGeom>
            <a:solidFill>
              <a:srgbClr val="C6E7EC"/>
            </a:solidFill>
            <a:ln w="12700" cap="flat" cmpd="sng" algn="ctr">
              <a:solidFill>
                <a:schemeClr val="accent5">
                  <a:lumMod val="50000"/>
                </a:schemeClr>
              </a:solidFill>
              <a:prstDash val="sysDot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586656B-2B6B-7E15-00DD-3830E4043D2E}"/>
                </a:ext>
              </a:extLst>
            </p:cNvPr>
            <p:cNvSpPr txBox="1"/>
            <p:nvPr/>
          </p:nvSpPr>
          <p:spPr>
            <a:xfrm>
              <a:off x="4361364" y="6254448"/>
              <a:ext cx="1125416" cy="23189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1000" dirty="0">
                  <a:latin typeface="Vodafone Rg" pitchFamily="34" charset="0"/>
                </a:rPr>
                <a:t>Test-env-spoke1-vnet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C16805E-6D4E-8C3D-0546-0EA3E66777C7}"/>
                </a:ext>
              </a:extLst>
            </p:cNvPr>
            <p:cNvSpPr txBox="1"/>
            <p:nvPr/>
          </p:nvSpPr>
          <p:spPr>
            <a:xfrm>
              <a:off x="5398151" y="5318100"/>
              <a:ext cx="724162" cy="199623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Route Table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CFAA573-A1D0-29C8-CA23-2FA1BC0CFF1B}"/>
                </a:ext>
              </a:extLst>
            </p:cNvPr>
            <p:cNvSpPr txBox="1"/>
            <p:nvPr/>
          </p:nvSpPr>
          <p:spPr>
            <a:xfrm>
              <a:off x="6044343" y="5655772"/>
              <a:ext cx="746158" cy="2113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Virtual Machine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6971663-ECA4-466E-F497-7530DEDD375D}"/>
                </a:ext>
              </a:extLst>
            </p:cNvPr>
            <p:cNvGrpSpPr/>
            <p:nvPr/>
          </p:nvGrpSpPr>
          <p:grpSpPr>
            <a:xfrm>
              <a:off x="5440858" y="5011511"/>
              <a:ext cx="383029" cy="315710"/>
              <a:chOff x="7536126" y="4930269"/>
              <a:chExt cx="522782" cy="463767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A24FA240-41F1-F1A4-2A29-F62033C0A8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677437" y="5012565"/>
                <a:ext cx="381471" cy="381471"/>
              </a:xfrm>
              <a:prstGeom prst="rect">
                <a:avLst/>
              </a:prstGeom>
            </p:spPr>
          </p:pic>
          <p:sp>
            <p:nvSpPr>
              <p:cNvPr id="39" name="Arrow: Bent 38">
                <a:extLst>
                  <a:ext uri="{FF2B5EF4-FFF2-40B4-BE49-F238E27FC236}">
                    <a16:creationId xmlns:a16="http://schemas.microsoft.com/office/drawing/2014/main" id="{1D7C2FCB-BA77-7320-EC9A-73B12374CECD}"/>
                  </a:ext>
                </a:extLst>
              </p:cNvPr>
              <p:cNvSpPr/>
              <p:nvPr/>
            </p:nvSpPr>
            <p:spPr>
              <a:xfrm rot="10800000">
                <a:off x="7536126" y="4930269"/>
                <a:ext cx="280238" cy="280238"/>
              </a:xfrm>
              <a:prstGeom prst="bentArrow">
                <a:avLst/>
              </a:prstGeom>
              <a:solidFill>
                <a:srgbClr val="00B0F0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rtlCol="0" anchor="ctr" anchorCtr="0">
                <a:noAutofit/>
              </a:bodyPr>
              <a:lstStyle/>
              <a:p>
                <a:pPr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000" kern="1200" dirty="0">
                  <a:solidFill>
                    <a:srgbClr val="34342B"/>
                  </a:solidFill>
                  <a:latin typeface="Vodafone Rg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A524D15-E055-4C8A-92DE-FF2867BD9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4519" y="5208891"/>
              <a:ext cx="433968" cy="433967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AF6FEC07-C1C4-9D21-CB72-CED1912A3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51818" y="4985651"/>
              <a:ext cx="355396" cy="367431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7F824F3-5A97-4E92-8003-47A8B00D41DA}"/>
              </a:ext>
            </a:extLst>
          </p:cNvPr>
          <p:cNvSpPr txBox="1"/>
          <p:nvPr/>
        </p:nvSpPr>
        <p:spPr>
          <a:xfrm>
            <a:off x="6665991" y="3495331"/>
            <a:ext cx="724162" cy="1996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Route Table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A05D550-3A71-9DA0-47AE-5AC8344C2494}"/>
              </a:ext>
            </a:extLst>
          </p:cNvPr>
          <p:cNvGrpSpPr/>
          <p:nvPr/>
        </p:nvGrpSpPr>
        <p:grpSpPr>
          <a:xfrm>
            <a:off x="5559121" y="4782645"/>
            <a:ext cx="3159370" cy="1703075"/>
            <a:chOff x="4220482" y="4783271"/>
            <a:chExt cx="3159370" cy="170307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FF0839E-E81C-F654-C536-78D577662463}"/>
                </a:ext>
              </a:extLst>
            </p:cNvPr>
            <p:cNvSpPr/>
            <p:nvPr/>
          </p:nvSpPr>
          <p:spPr>
            <a:xfrm>
              <a:off x="4220482" y="4783271"/>
              <a:ext cx="3159370" cy="17030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485AC45-C3E5-D795-B930-4F226E82AA7F}"/>
                </a:ext>
              </a:extLst>
            </p:cNvPr>
            <p:cNvSpPr/>
            <p:nvPr/>
          </p:nvSpPr>
          <p:spPr>
            <a:xfrm>
              <a:off x="4361364" y="4941533"/>
              <a:ext cx="2889179" cy="1235566"/>
            </a:xfrm>
            <a:prstGeom prst="rect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ED8F491-498F-BD45-36AB-1999EBF6AAC7}"/>
                </a:ext>
              </a:extLst>
            </p:cNvPr>
            <p:cNvSpPr/>
            <p:nvPr/>
          </p:nvSpPr>
          <p:spPr>
            <a:xfrm>
              <a:off x="5641226" y="5108586"/>
              <a:ext cx="1270177" cy="830390"/>
            </a:xfrm>
            <a:prstGeom prst="rect">
              <a:avLst/>
            </a:prstGeom>
            <a:solidFill>
              <a:srgbClr val="C6E7EC"/>
            </a:solidFill>
            <a:ln w="12700" cap="flat" cmpd="sng" algn="ctr">
              <a:solidFill>
                <a:schemeClr val="accent5">
                  <a:lumMod val="50000"/>
                </a:schemeClr>
              </a:solidFill>
              <a:prstDash val="sysDot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5FE4E8A-D1A3-D926-4966-3D645419034F}"/>
                </a:ext>
              </a:extLst>
            </p:cNvPr>
            <p:cNvSpPr txBox="1"/>
            <p:nvPr/>
          </p:nvSpPr>
          <p:spPr>
            <a:xfrm>
              <a:off x="4361364" y="6254448"/>
              <a:ext cx="1125416" cy="23189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1000" dirty="0">
                  <a:latin typeface="Vodafone Rg" pitchFamily="34" charset="0"/>
                </a:rPr>
                <a:t>Test-env-spoke2-vnet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6D7EE9A-82C8-4683-7F44-967A68F2BD89}"/>
                </a:ext>
              </a:extLst>
            </p:cNvPr>
            <p:cNvSpPr txBox="1"/>
            <p:nvPr/>
          </p:nvSpPr>
          <p:spPr>
            <a:xfrm>
              <a:off x="5398151" y="5318100"/>
              <a:ext cx="724162" cy="199623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Route Table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2A8E596-9BB4-BD5D-115F-F9FD5959B7C9}"/>
                </a:ext>
              </a:extLst>
            </p:cNvPr>
            <p:cNvSpPr txBox="1"/>
            <p:nvPr/>
          </p:nvSpPr>
          <p:spPr>
            <a:xfrm>
              <a:off x="6044343" y="5655772"/>
              <a:ext cx="746158" cy="211387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Virtual Machine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71DE913-B16D-96AE-69B7-F8DFDF1CCE26}"/>
                </a:ext>
              </a:extLst>
            </p:cNvPr>
            <p:cNvGrpSpPr/>
            <p:nvPr/>
          </p:nvGrpSpPr>
          <p:grpSpPr>
            <a:xfrm>
              <a:off x="5440858" y="5011511"/>
              <a:ext cx="383029" cy="315710"/>
              <a:chOff x="7536126" y="4930269"/>
              <a:chExt cx="522782" cy="463767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B6B4F057-1439-A51B-FECD-3BA1536B2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677437" y="5012565"/>
                <a:ext cx="381471" cy="381471"/>
              </a:xfrm>
              <a:prstGeom prst="rect">
                <a:avLst/>
              </a:prstGeom>
            </p:spPr>
          </p:pic>
          <p:sp>
            <p:nvSpPr>
              <p:cNvPr id="55" name="Arrow: Bent 54">
                <a:extLst>
                  <a:ext uri="{FF2B5EF4-FFF2-40B4-BE49-F238E27FC236}">
                    <a16:creationId xmlns:a16="http://schemas.microsoft.com/office/drawing/2014/main" id="{CB83C711-19B1-C401-1834-E16FC952E7B1}"/>
                  </a:ext>
                </a:extLst>
              </p:cNvPr>
              <p:cNvSpPr/>
              <p:nvPr/>
            </p:nvSpPr>
            <p:spPr>
              <a:xfrm rot="10800000">
                <a:off x="7536126" y="4930269"/>
                <a:ext cx="280238" cy="280238"/>
              </a:xfrm>
              <a:prstGeom prst="bentArrow">
                <a:avLst/>
              </a:prstGeom>
              <a:solidFill>
                <a:srgbClr val="00B0F0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rtlCol="0" anchor="ctr" anchorCtr="0">
                <a:noAutofit/>
              </a:bodyPr>
              <a:lstStyle/>
              <a:p>
                <a:pPr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000" kern="1200" dirty="0">
                  <a:solidFill>
                    <a:srgbClr val="34342B"/>
                  </a:solidFill>
                  <a:latin typeface="Vodafone Rg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ED0B0DF-C328-C3B6-1C95-9F01A73C8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4519" y="5208891"/>
              <a:ext cx="433968" cy="433967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4D763363-1E20-1B9C-2368-665CD84E6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51818" y="4985651"/>
              <a:ext cx="355396" cy="367431"/>
            </a:xfrm>
            <a:prstGeom prst="rect">
              <a:avLst/>
            </a:prstGeom>
          </p:spPr>
        </p:pic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C8246ED7-AECD-1321-A5A7-969C9FAB67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8155" y="5935111"/>
            <a:ext cx="294146" cy="29414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935D077-61E3-B94E-954A-FB8634CD6E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2364" y="5958956"/>
            <a:ext cx="294146" cy="294146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B874D96-4504-E7FD-82AD-DF10B8737488}"/>
              </a:ext>
            </a:extLst>
          </p:cNvPr>
          <p:cNvCxnSpPr>
            <a:cxnSpLocks/>
          </p:cNvCxnSpPr>
          <p:nvPr/>
        </p:nvCxnSpPr>
        <p:spPr>
          <a:xfrm>
            <a:off x="9663195" y="3851034"/>
            <a:ext cx="0" cy="932238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6F906B5-956C-1A7C-6590-11905DC82A32}"/>
              </a:ext>
            </a:extLst>
          </p:cNvPr>
          <p:cNvCxnSpPr/>
          <p:nvPr/>
        </p:nvCxnSpPr>
        <p:spPr>
          <a:xfrm>
            <a:off x="6768589" y="3771902"/>
            <a:ext cx="0" cy="108987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7A2F9271-56E1-A060-8E14-C481D5923C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1098" y="3779561"/>
            <a:ext cx="355337" cy="35533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9807164-A73B-8454-F2E0-DA525A1DBF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2706" y="3567378"/>
            <a:ext cx="355337" cy="355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16C8F6-8FBA-E347-DD10-6E780CD9D0E0}"/>
              </a:ext>
            </a:extLst>
          </p:cNvPr>
          <p:cNvSpPr/>
          <p:nvPr/>
        </p:nvSpPr>
        <p:spPr>
          <a:xfrm>
            <a:off x="1400882" y="2802259"/>
            <a:ext cx="2388603" cy="1037660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BA6AA87-7ABE-805F-95C2-3A1FA0B59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854" y="3124727"/>
            <a:ext cx="392723" cy="39272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E23772A-55D9-2961-B37B-8E8DEC70AB1D}"/>
              </a:ext>
            </a:extLst>
          </p:cNvPr>
          <p:cNvSpPr txBox="1"/>
          <p:nvPr/>
        </p:nvSpPr>
        <p:spPr>
          <a:xfrm>
            <a:off x="1529862" y="2988343"/>
            <a:ext cx="1351084" cy="670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dirty="0">
                <a:latin typeface="Vodafone Rg" pitchFamily="34" charset="0"/>
              </a:rPr>
              <a:t>SDWAN connectivity has been mimicked by using VNG &amp; creating  BGP-</a:t>
            </a:r>
            <a:r>
              <a:rPr lang="en-US" sz="1000" dirty="0" err="1">
                <a:latin typeface="Vodafone Rg" pitchFamily="34" charset="0"/>
              </a:rPr>
              <a:t>IPSec</a:t>
            </a:r>
            <a:r>
              <a:rPr lang="en-US" sz="1000" dirty="0">
                <a:latin typeface="Vodafone Rg" pitchFamily="34" charset="0"/>
              </a:rPr>
              <a:t> tunnel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80A7BB-1B1B-B3F5-5FC5-C125EA5520CC}"/>
              </a:ext>
            </a:extLst>
          </p:cNvPr>
          <p:cNvSpPr/>
          <p:nvPr/>
        </p:nvSpPr>
        <p:spPr>
          <a:xfrm>
            <a:off x="6712953" y="1165251"/>
            <a:ext cx="1207738" cy="1038475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6C93DE8-FC73-B8AE-23B4-10FCA02B1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775" y="1434874"/>
            <a:ext cx="392723" cy="39272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B31F1643-8D58-5C91-140C-3BB337673844}"/>
              </a:ext>
            </a:extLst>
          </p:cNvPr>
          <p:cNvGrpSpPr/>
          <p:nvPr/>
        </p:nvGrpSpPr>
        <p:grpSpPr>
          <a:xfrm>
            <a:off x="6667049" y="1910132"/>
            <a:ext cx="383029" cy="315710"/>
            <a:chOff x="7536126" y="4930269"/>
            <a:chExt cx="522782" cy="463767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4329A90-C245-7B10-D204-CB040686E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677437" y="5012565"/>
              <a:ext cx="381471" cy="381471"/>
            </a:xfrm>
            <a:prstGeom prst="rect">
              <a:avLst/>
            </a:prstGeom>
          </p:spPr>
        </p:pic>
        <p:sp>
          <p:nvSpPr>
            <p:cNvPr id="60" name="Arrow: Bent 59">
              <a:extLst>
                <a:ext uri="{FF2B5EF4-FFF2-40B4-BE49-F238E27FC236}">
                  <a16:creationId xmlns:a16="http://schemas.microsoft.com/office/drawing/2014/main" id="{A592A357-2901-0D15-E5BE-0F693104BDE0}"/>
                </a:ext>
              </a:extLst>
            </p:cNvPr>
            <p:cNvSpPr/>
            <p:nvPr/>
          </p:nvSpPr>
          <p:spPr>
            <a:xfrm rot="10800000">
              <a:off x="7536126" y="4930269"/>
              <a:ext cx="280238" cy="280238"/>
            </a:xfrm>
            <a:prstGeom prst="bentArrow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D2A58F2-3DBE-40ED-AB2C-E3471B92DED0}"/>
              </a:ext>
            </a:extLst>
          </p:cNvPr>
          <p:cNvCxnSpPr/>
          <p:nvPr/>
        </p:nvCxnSpPr>
        <p:spPr>
          <a:xfrm>
            <a:off x="3789485" y="1680715"/>
            <a:ext cx="2743199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8A22CC6-B82F-84F7-5228-F53E1F29D092}"/>
              </a:ext>
            </a:extLst>
          </p:cNvPr>
          <p:cNvCxnSpPr>
            <a:cxnSpLocks/>
          </p:cNvCxnSpPr>
          <p:nvPr/>
        </p:nvCxnSpPr>
        <p:spPr>
          <a:xfrm flipV="1">
            <a:off x="3839817" y="3512907"/>
            <a:ext cx="2805226" cy="39493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65D62A3F-1947-1794-A20E-0C4356D640E6}"/>
              </a:ext>
            </a:extLst>
          </p:cNvPr>
          <p:cNvSpPr/>
          <p:nvPr/>
        </p:nvSpPr>
        <p:spPr>
          <a:xfrm>
            <a:off x="57426" y="2100904"/>
            <a:ext cx="1270177" cy="830390"/>
          </a:xfrm>
          <a:prstGeom prst="rect">
            <a:avLst/>
          </a:prstGeom>
          <a:solidFill>
            <a:srgbClr val="C6E7E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ysDot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rPr>
              <a:t>i</a:t>
            </a: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4B6CF505-FC62-FCED-D815-3514212F85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094" y="2258959"/>
            <a:ext cx="433968" cy="433967"/>
          </a:xfrm>
          <a:prstGeom prst="rect">
            <a:avLst/>
          </a:prstGeom>
        </p:spPr>
      </p:pic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C8F42FC6-9C5A-4AC6-4B55-652676298964}"/>
              </a:ext>
            </a:extLst>
          </p:cNvPr>
          <p:cNvSpPr/>
          <p:nvPr/>
        </p:nvSpPr>
        <p:spPr>
          <a:xfrm>
            <a:off x="1318661" y="2666198"/>
            <a:ext cx="8210741" cy="2136808"/>
          </a:xfrm>
          <a:custGeom>
            <a:avLst/>
            <a:gdLst>
              <a:gd name="connsiteX0" fmla="*/ 0 w 8210741"/>
              <a:gd name="connsiteY0" fmla="*/ 38501 h 2136808"/>
              <a:gd name="connsiteX1" fmla="*/ 288758 w 8210741"/>
              <a:gd name="connsiteY1" fmla="*/ 19250 h 2136808"/>
              <a:gd name="connsiteX2" fmla="*/ 404261 w 8210741"/>
              <a:gd name="connsiteY2" fmla="*/ 0 h 2136808"/>
              <a:gd name="connsiteX3" fmla="*/ 1145406 w 8210741"/>
              <a:gd name="connsiteY3" fmla="*/ 9625 h 2136808"/>
              <a:gd name="connsiteX4" fmla="*/ 1963554 w 8210741"/>
              <a:gd name="connsiteY4" fmla="*/ 0 h 2136808"/>
              <a:gd name="connsiteX5" fmla="*/ 2877954 w 8210741"/>
              <a:gd name="connsiteY5" fmla="*/ 28876 h 2136808"/>
              <a:gd name="connsiteX6" fmla="*/ 3099335 w 8210741"/>
              <a:gd name="connsiteY6" fmla="*/ 38501 h 2136808"/>
              <a:gd name="connsiteX7" fmla="*/ 3763478 w 8210741"/>
              <a:gd name="connsiteY7" fmla="*/ 48126 h 2136808"/>
              <a:gd name="connsiteX8" fmla="*/ 4263992 w 8210741"/>
              <a:gd name="connsiteY8" fmla="*/ 67377 h 2136808"/>
              <a:gd name="connsiteX9" fmla="*/ 5014762 w 8210741"/>
              <a:gd name="connsiteY9" fmla="*/ 57751 h 2136808"/>
              <a:gd name="connsiteX10" fmla="*/ 5428648 w 8210741"/>
              <a:gd name="connsiteY10" fmla="*/ 38501 h 2136808"/>
              <a:gd name="connsiteX11" fmla="*/ 6323798 w 8210741"/>
              <a:gd name="connsiteY11" fmla="*/ 57751 h 2136808"/>
              <a:gd name="connsiteX12" fmla="*/ 6458552 w 8210741"/>
              <a:gd name="connsiteY12" fmla="*/ 67377 h 2136808"/>
              <a:gd name="connsiteX13" fmla="*/ 7238198 w 8210741"/>
              <a:gd name="connsiteY13" fmla="*/ 96253 h 2136808"/>
              <a:gd name="connsiteX14" fmla="*/ 7276699 w 8210741"/>
              <a:gd name="connsiteY14" fmla="*/ 105878 h 2136808"/>
              <a:gd name="connsiteX15" fmla="*/ 7315200 w 8210741"/>
              <a:gd name="connsiteY15" fmla="*/ 163629 h 2136808"/>
              <a:gd name="connsiteX16" fmla="*/ 7334451 w 8210741"/>
              <a:gd name="connsiteY16" fmla="*/ 211756 h 2136808"/>
              <a:gd name="connsiteX17" fmla="*/ 7392202 w 8210741"/>
              <a:gd name="connsiteY17" fmla="*/ 336884 h 2136808"/>
              <a:gd name="connsiteX18" fmla="*/ 7421078 w 8210741"/>
              <a:gd name="connsiteY18" fmla="*/ 394636 h 2136808"/>
              <a:gd name="connsiteX19" fmla="*/ 7642459 w 8210741"/>
              <a:gd name="connsiteY19" fmla="*/ 712269 h 2136808"/>
              <a:gd name="connsiteX20" fmla="*/ 7748337 w 8210741"/>
              <a:gd name="connsiteY20" fmla="*/ 866274 h 2136808"/>
              <a:gd name="connsiteX21" fmla="*/ 7767587 w 8210741"/>
              <a:gd name="connsiteY21" fmla="*/ 895149 h 2136808"/>
              <a:gd name="connsiteX22" fmla="*/ 7960093 w 8210741"/>
              <a:gd name="connsiteY22" fmla="*/ 1232034 h 2136808"/>
              <a:gd name="connsiteX23" fmla="*/ 8027470 w 8210741"/>
              <a:gd name="connsiteY23" fmla="*/ 1347537 h 2136808"/>
              <a:gd name="connsiteX24" fmla="*/ 8037095 w 8210741"/>
              <a:gd name="connsiteY24" fmla="*/ 1405288 h 2136808"/>
              <a:gd name="connsiteX25" fmla="*/ 8056345 w 8210741"/>
              <a:gd name="connsiteY25" fmla="*/ 1453415 h 2136808"/>
              <a:gd name="connsiteX26" fmla="*/ 8065971 w 8210741"/>
              <a:gd name="connsiteY26" fmla="*/ 1636295 h 2136808"/>
              <a:gd name="connsiteX27" fmla="*/ 8094846 w 8210741"/>
              <a:gd name="connsiteY27" fmla="*/ 1780674 h 2136808"/>
              <a:gd name="connsiteX28" fmla="*/ 8123722 w 8210741"/>
              <a:gd name="connsiteY28" fmla="*/ 1876926 h 2136808"/>
              <a:gd name="connsiteX29" fmla="*/ 8133347 w 8210741"/>
              <a:gd name="connsiteY29" fmla="*/ 1944303 h 2136808"/>
              <a:gd name="connsiteX30" fmla="*/ 8152598 w 8210741"/>
              <a:gd name="connsiteY30" fmla="*/ 1982804 h 2136808"/>
              <a:gd name="connsiteX31" fmla="*/ 8171848 w 8210741"/>
              <a:gd name="connsiteY31" fmla="*/ 2030930 h 2136808"/>
              <a:gd name="connsiteX32" fmla="*/ 8210350 w 8210741"/>
              <a:gd name="connsiteY32" fmla="*/ 2127183 h 2136808"/>
              <a:gd name="connsiteX33" fmla="*/ 8210350 w 8210741"/>
              <a:gd name="connsiteY33" fmla="*/ 2136808 h 213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210741" h="2136808">
                <a:moveTo>
                  <a:pt x="0" y="38501"/>
                </a:moveTo>
                <a:cubicBezTo>
                  <a:pt x="96253" y="32084"/>
                  <a:pt x="192726" y="28396"/>
                  <a:pt x="288758" y="19250"/>
                </a:cubicBezTo>
                <a:cubicBezTo>
                  <a:pt x="327614" y="15549"/>
                  <a:pt x="404261" y="0"/>
                  <a:pt x="404261" y="0"/>
                </a:cubicBezTo>
                <a:cubicBezTo>
                  <a:pt x="926133" y="48926"/>
                  <a:pt x="511186" y="24261"/>
                  <a:pt x="1145406" y="9625"/>
                </a:cubicBezTo>
                <a:cubicBezTo>
                  <a:pt x="1418068" y="3333"/>
                  <a:pt x="1690838" y="3208"/>
                  <a:pt x="1963554" y="0"/>
                </a:cubicBezTo>
                <a:lnTo>
                  <a:pt x="2877954" y="28876"/>
                </a:lnTo>
                <a:cubicBezTo>
                  <a:pt x="2951748" y="32084"/>
                  <a:pt x="3025489" y="36896"/>
                  <a:pt x="3099335" y="38501"/>
                </a:cubicBezTo>
                <a:lnTo>
                  <a:pt x="3763478" y="48126"/>
                </a:lnTo>
                <a:cubicBezTo>
                  <a:pt x="3930316" y="54543"/>
                  <a:pt x="4097031" y="67377"/>
                  <a:pt x="4263992" y="67377"/>
                </a:cubicBezTo>
                <a:cubicBezTo>
                  <a:pt x="5497058" y="67377"/>
                  <a:pt x="4182888" y="29066"/>
                  <a:pt x="5014762" y="57751"/>
                </a:cubicBezTo>
                <a:cubicBezTo>
                  <a:pt x="5152724" y="51334"/>
                  <a:pt x="5290542" y="39734"/>
                  <a:pt x="5428648" y="38501"/>
                </a:cubicBezTo>
                <a:cubicBezTo>
                  <a:pt x="5656419" y="36467"/>
                  <a:pt x="6050301" y="43356"/>
                  <a:pt x="6323798" y="57751"/>
                </a:cubicBezTo>
                <a:cubicBezTo>
                  <a:pt x="6368768" y="60118"/>
                  <a:pt x="6413559" y="65483"/>
                  <a:pt x="6458552" y="67377"/>
                </a:cubicBezTo>
                <a:lnTo>
                  <a:pt x="7238198" y="96253"/>
                </a:lnTo>
                <a:cubicBezTo>
                  <a:pt x="7251032" y="99461"/>
                  <a:pt x="7265213" y="99315"/>
                  <a:pt x="7276699" y="105878"/>
                </a:cubicBezTo>
                <a:cubicBezTo>
                  <a:pt x="7308349" y="123963"/>
                  <a:pt x="7304550" y="135230"/>
                  <a:pt x="7315200" y="163629"/>
                </a:cubicBezTo>
                <a:cubicBezTo>
                  <a:pt x="7321267" y="179807"/>
                  <a:pt x="7328034" y="195714"/>
                  <a:pt x="7334451" y="211756"/>
                </a:cubicBezTo>
                <a:cubicBezTo>
                  <a:pt x="7351429" y="296646"/>
                  <a:pt x="7332784" y="232902"/>
                  <a:pt x="7392202" y="336884"/>
                </a:cubicBezTo>
                <a:cubicBezTo>
                  <a:pt x="7402880" y="355571"/>
                  <a:pt x="7409139" y="376728"/>
                  <a:pt x="7421078" y="394636"/>
                </a:cubicBezTo>
                <a:cubicBezTo>
                  <a:pt x="7492666" y="502017"/>
                  <a:pt x="7568615" y="606426"/>
                  <a:pt x="7642459" y="712269"/>
                </a:cubicBezTo>
                <a:cubicBezTo>
                  <a:pt x="7728865" y="836118"/>
                  <a:pt x="7684708" y="770830"/>
                  <a:pt x="7748337" y="866274"/>
                </a:cubicBezTo>
                <a:cubicBezTo>
                  <a:pt x="7754754" y="875899"/>
                  <a:pt x="7761848" y="885105"/>
                  <a:pt x="7767587" y="895149"/>
                </a:cubicBezTo>
                <a:cubicBezTo>
                  <a:pt x="7831756" y="1007444"/>
                  <a:pt x="7895086" y="1120222"/>
                  <a:pt x="7960093" y="1232034"/>
                </a:cubicBezTo>
                <a:cubicBezTo>
                  <a:pt x="8039711" y="1368977"/>
                  <a:pt x="7983359" y="1259317"/>
                  <a:pt x="8027470" y="1347537"/>
                </a:cubicBezTo>
                <a:cubicBezTo>
                  <a:pt x="8030678" y="1366787"/>
                  <a:pt x="8031960" y="1386460"/>
                  <a:pt x="8037095" y="1405288"/>
                </a:cubicBezTo>
                <a:cubicBezTo>
                  <a:pt x="8041641" y="1421957"/>
                  <a:pt x="8054202" y="1436270"/>
                  <a:pt x="8056345" y="1453415"/>
                </a:cubicBezTo>
                <a:cubicBezTo>
                  <a:pt x="8063917" y="1513988"/>
                  <a:pt x="8061103" y="1575445"/>
                  <a:pt x="8065971" y="1636295"/>
                </a:cubicBezTo>
                <a:cubicBezTo>
                  <a:pt x="8068936" y="1673352"/>
                  <a:pt x="8088829" y="1750587"/>
                  <a:pt x="8094846" y="1780674"/>
                </a:cubicBezTo>
                <a:cubicBezTo>
                  <a:pt x="8110824" y="1860565"/>
                  <a:pt x="8092809" y="1815097"/>
                  <a:pt x="8123722" y="1876926"/>
                </a:cubicBezTo>
                <a:cubicBezTo>
                  <a:pt x="8126930" y="1899385"/>
                  <a:pt x="8127378" y="1922415"/>
                  <a:pt x="8133347" y="1944303"/>
                </a:cubicBezTo>
                <a:cubicBezTo>
                  <a:pt x="8137122" y="1958146"/>
                  <a:pt x="8146770" y="1969692"/>
                  <a:pt x="8152598" y="1982804"/>
                </a:cubicBezTo>
                <a:cubicBezTo>
                  <a:pt x="8159615" y="1998593"/>
                  <a:pt x="8164831" y="2015141"/>
                  <a:pt x="8171848" y="2030930"/>
                </a:cubicBezTo>
                <a:cubicBezTo>
                  <a:pt x="8199112" y="2092274"/>
                  <a:pt x="8188063" y="2049181"/>
                  <a:pt x="8210350" y="2127183"/>
                </a:cubicBezTo>
                <a:cubicBezTo>
                  <a:pt x="8211231" y="2130268"/>
                  <a:pt x="8210350" y="2133600"/>
                  <a:pt x="8210350" y="2136808"/>
                </a:cubicBezTo>
              </a:path>
            </a:pathLst>
          </a:custGeom>
          <a:noFill/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87A66FC-1B38-CE4F-E140-6A0A2A7B9D75}"/>
              </a:ext>
            </a:extLst>
          </p:cNvPr>
          <p:cNvSpPr txBox="1"/>
          <p:nvPr/>
        </p:nvSpPr>
        <p:spPr>
          <a:xfrm>
            <a:off x="324474" y="2719907"/>
            <a:ext cx="746158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Virtual Machine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AF3DB749-D69E-0CD4-3B55-66EA8B46F1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850" y="1952257"/>
            <a:ext cx="355396" cy="367431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62B91EA4-A8B8-BDBB-5AAA-C3913130EC1B}"/>
              </a:ext>
            </a:extLst>
          </p:cNvPr>
          <p:cNvSpPr txBox="1"/>
          <p:nvPr/>
        </p:nvSpPr>
        <p:spPr>
          <a:xfrm>
            <a:off x="6742658" y="1174642"/>
            <a:ext cx="1125416" cy="2318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dirty="0">
                <a:latin typeface="Vodafone Rg" pitchFamily="34" charset="0"/>
              </a:rPr>
              <a:t>Virtual Network Gateway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48E3D30C-C5C0-4893-6A35-F1B13DF4E7FF}"/>
              </a:ext>
            </a:extLst>
          </p:cNvPr>
          <p:cNvSpPr/>
          <p:nvPr/>
        </p:nvSpPr>
        <p:spPr>
          <a:xfrm>
            <a:off x="144379" y="936959"/>
            <a:ext cx="8992782" cy="1045845"/>
          </a:xfrm>
          <a:custGeom>
            <a:avLst/>
            <a:gdLst>
              <a:gd name="connsiteX0" fmla="*/ 0 w 8992782"/>
              <a:gd name="connsiteY0" fmla="*/ 1045845 h 1045845"/>
              <a:gd name="connsiteX1" fmla="*/ 596766 w 8992782"/>
              <a:gd name="connsiteY1" fmla="*/ 785963 h 1045845"/>
              <a:gd name="connsiteX2" fmla="*/ 1674796 w 8992782"/>
              <a:gd name="connsiteY2" fmla="*/ 73694 h 1045845"/>
              <a:gd name="connsiteX3" fmla="*/ 3811604 w 8992782"/>
              <a:gd name="connsiteY3" fmla="*/ 83319 h 1045845"/>
              <a:gd name="connsiteX4" fmla="*/ 5188017 w 8992782"/>
              <a:gd name="connsiteY4" fmla="*/ 6317 h 1045845"/>
              <a:gd name="connsiteX5" fmla="*/ 8431730 w 8992782"/>
              <a:gd name="connsiteY5" fmla="*/ 102569 h 1045845"/>
              <a:gd name="connsiteX6" fmla="*/ 8989996 w 8992782"/>
              <a:gd name="connsiteY6" fmla="*/ 872590 h 1045845"/>
              <a:gd name="connsiteX7" fmla="*/ 8989996 w 8992782"/>
              <a:gd name="connsiteY7" fmla="*/ 872590 h 1045845"/>
              <a:gd name="connsiteX8" fmla="*/ 8989996 w 8992782"/>
              <a:gd name="connsiteY8" fmla="*/ 872590 h 1045845"/>
              <a:gd name="connsiteX9" fmla="*/ 8989996 w 8992782"/>
              <a:gd name="connsiteY9" fmla="*/ 872590 h 1045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2782" h="1045845">
                <a:moveTo>
                  <a:pt x="0" y="1045845"/>
                </a:moveTo>
                <a:cubicBezTo>
                  <a:pt x="158816" y="996916"/>
                  <a:pt x="317633" y="947988"/>
                  <a:pt x="596766" y="785963"/>
                </a:cubicBezTo>
                <a:cubicBezTo>
                  <a:pt x="875899" y="623938"/>
                  <a:pt x="1138990" y="190801"/>
                  <a:pt x="1674796" y="73694"/>
                </a:cubicBezTo>
                <a:cubicBezTo>
                  <a:pt x="2210602" y="-43413"/>
                  <a:pt x="3226067" y="94548"/>
                  <a:pt x="3811604" y="83319"/>
                </a:cubicBezTo>
                <a:cubicBezTo>
                  <a:pt x="4397141" y="72090"/>
                  <a:pt x="4417996" y="3109"/>
                  <a:pt x="5188017" y="6317"/>
                </a:cubicBezTo>
                <a:cubicBezTo>
                  <a:pt x="5958038" y="9525"/>
                  <a:pt x="7798067" y="-41810"/>
                  <a:pt x="8431730" y="102569"/>
                </a:cubicBezTo>
                <a:cubicBezTo>
                  <a:pt x="9065393" y="246948"/>
                  <a:pt x="8989996" y="872590"/>
                  <a:pt x="8989996" y="872590"/>
                </a:cubicBezTo>
                <a:lnTo>
                  <a:pt x="8989996" y="872590"/>
                </a:lnTo>
                <a:lnTo>
                  <a:pt x="8989996" y="872590"/>
                </a:lnTo>
                <a:lnTo>
                  <a:pt x="8989996" y="872590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DF00C1B2-710D-3180-4C29-EA249C7CA590}"/>
              </a:ext>
            </a:extLst>
          </p:cNvPr>
          <p:cNvCxnSpPr/>
          <p:nvPr/>
        </p:nvCxnSpPr>
        <p:spPr>
          <a:xfrm>
            <a:off x="3839817" y="1982804"/>
            <a:ext cx="2768670" cy="948490"/>
          </a:xfrm>
          <a:prstGeom prst="bentConnector3">
            <a:avLst/>
          </a:prstGeom>
          <a:ln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568391B6-04B1-0E1D-DB1A-39715694D81C}"/>
              </a:ext>
            </a:extLst>
          </p:cNvPr>
          <p:cNvCxnSpPr>
            <a:cxnSpLocks/>
          </p:cNvCxnSpPr>
          <p:nvPr/>
        </p:nvCxnSpPr>
        <p:spPr>
          <a:xfrm flipV="1">
            <a:off x="3963127" y="1818265"/>
            <a:ext cx="2657480" cy="1234438"/>
          </a:xfrm>
          <a:prstGeom prst="bentConnector3">
            <a:avLst/>
          </a:prstGeom>
          <a:ln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B7B895A6-418F-5250-AACA-B36FCBF028FF}"/>
              </a:ext>
            </a:extLst>
          </p:cNvPr>
          <p:cNvSpPr/>
          <p:nvPr/>
        </p:nvSpPr>
        <p:spPr>
          <a:xfrm>
            <a:off x="7036067" y="2826270"/>
            <a:ext cx="1848051" cy="1947861"/>
          </a:xfrm>
          <a:custGeom>
            <a:avLst/>
            <a:gdLst>
              <a:gd name="connsiteX0" fmla="*/ 0 w 1848051"/>
              <a:gd name="connsiteY0" fmla="*/ 1947861 h 1947861"/>
              <a:gd name="connsiteX1" fmla="*/ 423512 w 1848051"/>
              <a:gd name="connsiteY1" fmla="*/ 1235591 h 1947861"/>
              <a:gd name="connsiteX2" fmla="*/ 1270535 w 1848051"/>
              <a:gd name="connsiteY2" fmla="*/ 1033461 h 1947861"/>
              <a:gd name="connsiteX3" fmla="*/ 1540042 w 1848051"/>
              <a:gd name="connsiteY3" fmla="*/ 99810 h 1947861"/>
              <a:gd name="connsiteX4" fmla="*/ 1848051 w 1848051"/>
              <a:gd name="connsiteY4" fmla="*/ 70934 h 194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8051" h="1947861">
                <a:moveTo>
                  <a:pt x="0" y="1947861"/>
                </a:moveTo>
                <a:cubicBezTo>
                  <a:pt x="105878" y="1667926"/>
                  <a:pt x="211756" y="1387991"/>
                  <a:pt x="423512" y="1235591"/>
                </a:cubicBezTo>
                <a:cubicBezTo>
                  <a:pt x="635268" y="1083191"/>
                  <a:pt x="1084447" y="1222758"/>
                  <a:pt x="1270535" y="1033461"/>
                </a:cubicBezTo>
                <a:cubicBezTo>
                  <a:pt x="1456623" y="844164"/>
                  <a:pt x="1443789" y="260231"/>
                  <a:pt x="1540042" y="99810"/>
                </a:cubicBezTo>
                <a:cubicBezTo>
                  <a:pt x="1636295" y="-60611"/>
                  <a:pt x="1742173" y="5161"/>
                  <a:pt x="1848051" y="70934"/>
                </a:cubicBezTo>
              </a:path>
            </a:pathLst>
          </a:custGeom>
          <a:ln w="12700" cap="flat" cmpd="sng" algn="ctr">
            <a:solidFill>
              <a:schemeClr val="dk1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C9E0F65D-DCE6-598F-ABE0-EC29B41269BE}"/>
              </a:ext>
            </a:extLst>
          </p:cNvPr>
          <p:cNvSpPr/>
          <p:nvPr/>
        </p:nvSpPr>
        <p:spPr>
          <a:xfrm>
            <a:off x="4745255" y="3926058"/>
            <a:ext cx="4235116" cy="857698"/>
          </a:xfrm>
          <a:custGeom>
            <a:avLst/>
            <a:gdLst>
              <a:gd name="connsiteX0" fmla="*/ 0 w 4235116"/>
              <a:gd name="connsiteY0" fmla="*/ 742195 h 857698"/>
              <a:gd name="connsiteX1" fmla="*/ 721894 w 4235116"/>
              <a:gd name="connsiteY1" fmla="*/ 588190 h 857698"/>
              <a:gd name="connsiteX2" fmla="*/ 1078029 w 4235116"/>
              <a:gd name="connsiteY2" fmla="*/ 135803 h 857698"/>
              <a:gd name="connsiteX3" fmla="*/ 1799924 w 4235116"/>
              <a:gd name="connsiteY3" fmla="*/ 174304 h 857698"/>
              <a:gd name="connsiteX4" fmla="*/ 2242686 w 4235116"/>
              <a:gd name="connsiteY4" fmla="*/ 1049 h 857698"/>
              <a:gd name="connsiteX5" fmla="*/ 2762450 w 4235116"/>
              <a:gd name="connsiteY5" fmla="*/ 97302 h 857698"/>
              <a:gd name="connsiteX6" fmla="*/ 3330341 w 4235116"/>
              <a:gd name="connsiteY6" fmla="*/ 212805 h 857698"/>
              <a:gd name="connsiteX7" fmla="*/ 3493970 w 4235116"/>
              <a:gd name="connsiteY7" fmla="*/ 443811 h 857698"/>
              <a:gd name="connsiteX8" fmla="*/ 3917482 w 4235116"/>
              <a:gd name="connsiteY8" fmla="*/ 549689 h 857698"/>
              <a:gd name="connsiteX9" fmla="*/ 4109987 w 4235116"/>
              <a:gd name="connsiteY9" fmla="*/ 626691 h 857698"/>
              <a:gd name="connsiteX10" fmla="*/ 4235116 w 4235116"/>
              <a:gd name="connsiteY10" fmla="*/ 857698 h 857698"/>
              <a:gd name="connsiteX11" fmla="*/ 4235116 w 4235116"/>
              <a:gd name="connsiteY11" fmla="*/ 857698 h 857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235116" h="857698">
                <a:moveTo>
                  <a:pt x="0" y="742195"/>
                </a:moveTo>
                <a:cubicBezTo>
                  <a:pt x="271111" y="715725"/>
                  <a:pt x="542223" y="689255"/>
                  <a:pt x="721894" y="588190"/>
                </a:cubicBezTo>
                <a:cubicBezTo>
                  <a:pt x="901566" y="487125"/>
                  <a:pt x="898357" y="204784"/>
                  <a:pt x="1078029" y="135803"/>
                </a:cubicBezTo>
                <a:cubicBezTo>
                  <a:pt x="1257701" y="66822"/>
                  <a:pt x="1605815" y="196763"/>
                  <a:pt x="1799924" y="174304"/>
                </a:cubicBezTo>
                <a:cubicBezTo>
                  <a:pt x="1994034" y="151845"/>
                  <a:pt x="2082265" y="13883"/>
                  <a:pt x="2242686" y="1049"/>
                </a:cubicBezTo>
                <a:cubicBezTo>
                  <a:pt x="2403107" y="-11785"/>
                  <a:pt x="2762450" y="97302"/>
                  <a:pt x="2762450" y="97302"/>
                </a:cubicBezTo>
                <a:cubicBezTo>
                  <a:pt x="2943726" y="132595"/>
                  <a:pt x="3208421" y="155053"/>
                  <a:pt x="3330341" y="212805"/>
                </a:cubicBezTo>
                <a:cubicBezTo>
                  <a:pt x="3452261" y="270556"/>
                  <a:pt x="3396113" y="387664"/>
                  <a:pt x="3493970" y="443811"/>
                </a:cubicBezTo>
                <a:cubicBezTo>
                  <a:pt x="3591827" y="499958"/>
                  <a:pt x="3814813" y="519209"/>
                  <a:pt x="3917482" y="549689"/>
                </a:cubicBezTo>
                <a:cubicBezTo>
                  <a:pt x="4020151" y="580169"/>
                  <a:pt x="4057048" y="575356"/>
                  <a:pt x="4109987" y="626691"/>
                </a:cubicBezTo>
                <a:cubicBezTo>
                  <a:pt x="4162926" y="678026"/>
                  <a:pt x="4235116" y="857698"/>
                  <a:pt x="4235116" y="857698"/>
                </a:cubicBezTo>
                <a:lnTo>
                  <a:pt x="4235116" y="857698"/>
                </a:lnTo>
              </a:path>
            </a:pathLst>
          </a:custGeom>
          <a:noFill/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16A82AC9-E681-E08C-AAB5-B3D6DDADABCD}"/>
              </a:ext>
            </a:extLst>
          </p:cNvPr>
          <p:cNvSpPr/>
          <p:nvPr/>
        </p:nvSpPr>
        <p:spPr>
          <a:xfrm>
            <a:off x="5707781" y="2804834"/>
            <a:ext cx="3677005" cy="1969297"/>
          </a:xfrm>
          <a:custGeom>
            <a:avLst/>
            <a:gdLst>
              <a:gd name="connsiteX0" fmla="*/ 0 w 3677005"/>
              <a:gd name="connsiteY0" fmla="*/ 1969297 h 1969297"/>
              <a:gd name="connsiteX1" fmla="*/ 587141 w 3677005"/>
              <a:gd name="connsiteY1" fmla="*/ 1488033 h 1969297"/>
              <a:gd name="connsiteX2" fmla="*/ 1463040 w 3677005"/>
              <a:gd name="connsiteY2" fmla="*/ 1257027 h 1969297"/>
              <a:gd name="connsiteX3" fmla="*/ 1828800 w 3677005"/>
              <a:gd name="connsiteY3" fmla="*/ 862391 h 1969297"/>
              <a:gd name="connsiteX4" fmla="*/ 2502568 w 3677005"/>
              <a:gd name="connsiteY4" fmla="*/ 718012 h 1969297"/>
              <a:gd name="connsiteX5" fmla="*/ 3118585 w 3677005"/>
              <a:gd name="connsiteY5" fmla="*/ 130871 h 1969297"/>
              <a:gd name="connsiteX6" fmla="*/ 3291840 w 3677005"/>
              <a:gd name="connsiteY6" fmla="*/ 53869 h 1969297"/>
              <a:gd name="connsiteX7" fmla="*/ 3445844 w 3677005"/>
              <a:gd name="connsiteY7" fmla="*/ 795014 h 1969297"/>
              <a:gd name="connsiteX8" fmla="*/ 3676851 w 3677005"/>
              <a:gd name="connsiteY8" fmla="*/ 1026021 h 1969297"/>
              <a:gd name="connsiteX9" fmla="*/ 3484345 w 3677005"/>
              <a:gd name="connsiteY9" fmla="*/ 1439907 h 1969297"/>
              <a:gd name="connsiteX10" fmla="*/ 3657600 w 3677005"/>
              <a:gd name="connsiteY10" fmla="*/ 1959671 h 1969297"/>
              <a:gd name="connsiteX11" fmla="*/ 3657600 w 3677005"/>
              <a:gd name="connsiteY11" fmla="*/ 1959671 h 196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77005" h="1969297">
                <a:moveTo>
                  <a:pt x="0" y="1969297"/>
                </a:moveTo>
                <a:cubicBezTo>
                  <a:pt x="171650" y="1788021"/>
                  <a:pt x="343301" y="1606745"/>
                  <a:pt x="587141" y="1488033"/>
                </a:cubicBezTo>
                <a:cubicBezTo>
                  <a:pt x="830981" y="1369321"/>
                  <a:pt x="1256097" y="1361301"/>
                  <a:pt x="1463040" y="1257027"/>
                </a:cubicBezTo>
                <a:cubicBezTo>
                  <a:pt x="1669983" y="1152753"/>
                  <a:pt x="1655545" y="952227"/>
                  <a:pt x="1828800" y="862391"/>
                </a:cubicBezTo>
                <a:cubicBezTo>
                  <a:pt x="2002055" y="772555"/>
                  <a:pt x="2287604" y="839932"/>
                  <a:pt x="2502568" y="718012"/>
                </a:cubicBezTo>
                <a:cubicBezTo>
                  <a:pt x="2717532" y="596092"/>
                  <a:pt x="2987040" y="241562"/>
                  <a:pt x="3118585" y="130871"/>
                </a:cubicBezTo>
                <a:cubicBezTo>
                  <a:pt x="3250130" y="20180"/>
                  <a:pt x="3237297" y="-56821"/>
                  <a:pt x="3291840" y="53869"/>
                </a:cubicBezTo>
                <a:cubicBezTo>
                  <a:pt x="3346383" y="164559"/>
                  <a:pt x="3381676" y="632989"/>
                  <a:pt x="3445844" y="795014"/>
                </a:cubicBezTo>
                <a:cubicBezTo>
                  <a:pt x="3510013" y="957039"/>
                  <a:pt x="3670434" y="918539"/>
                  <a:pt x="3676851" y="1026021"/>
                </a:cubicBezTo>
                <a:cubicBezTo>
                  <a:pt x="3683268" y="1133503"/>
                  <a:pt x="3487554" y="1284299"/>
                  <a:pt x="3484345" y="1439907"/>
                </a:cubicBezTo>
                <a:cubicBezTo>
                  <a:pt x="3481137" y="1595515"/>
                  <a:pt x="3657600" y="1959671"/>
                  <a:pt x="3657600" y="1959671"/>
                </a:cubicBezTo>
                <a:lnTo>
                  <a:pt x="3657600" y="1959671"/>
                </a:lnTo>
              </a:path>
            </a:pathLst>
          </a:custGeom>
          <a:ln w="9525" cap="flat" cmpd="sng" algn="ctr">
            <a:solidFill>
              <a:schemeClr val="accent2"/>
            </a:solidFill>
            <a:prstDash val="lg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E9E0FC7-8E8B-E8EE-F028-0B971941BCB2}"/>
              </a:ext>
            </a:extLst>
          </p:cNvPr>
          <p:cNvSpPr/>
          <p:nvPr/>
        </p:nvSpPr>
        <p:spPr>
          <a:xfrm>
            <a:off x="45306" y="1088551"/>
            <a:ext cx="3961136" cy="2875587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ysDash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1CD513F-50CF-37C1-BE52-0741D5B505F4}"/>
              </a:ext>
            </a:extLst>
          </p:cNvPr>
          <p:cNvSpPr txBox="1"/>
          <p:nvPr/>
        </p:nvSpPr>
        <p:spPr>
          <a:xfrm>
            <a:off x="9601706" y="1011551"/>
            <a:ext cx="1125416" cy="211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100" dirty="0">
                <a:latin typeface="Vodafone Rg" pitchFamily="34" charset="0"/>
              </a:rPr>
              <a:t>Routable Hub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7426D-2253-24DB-003D-A39031D3F75B}"/>
              </a:ext>
            </a:extLst>
          </p:cNvPr>
          <p:cNvSpPr txBox="1"/>
          <p:nvPr/>
        </p:nvSpPr>
        <p:spPr>
          <a:xfrm>
            <a:off x="-13909" y="3993064"/>
            <a:ext cx="2450727" cy="9144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10.7.0.0/16 – cidr subnet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10.7.1.0/24 -- gateway subnet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10.7.0.0/24 – vm subnet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0742B8-EF3B-383D-B95C-0308AF3C57D4}"/>
              </a:ext>
            </a:extLst>
          </p:cNvPr>
          <p:cNvSpPr txBox="1"/>
          <p:nvPr/>
        </p:nvSpPr>
        <p:spPr>
          <a:xfrm>
            <a:off x="9537397" y="2488443"/>
            <a:ext cx="2450727" cy="9144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10.5.0.0/16 – cidr subnet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10.5.1.0/24 -- gateway subnet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329BB0-CFC5-18A2-F584-6D068E9821A8}"/>
              </a:ext>
            </a:extLst>
          </p:cNvPr>
          <p:cNvSpPr txBox="1"/>
          <p:nvPr/>
        </p:nvSpPr>
        <p:spPr>
          <a:xfrm>
            <a:off x="2072737" y="4968160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10.9.0.0/24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5E0323-7E8A-A6DD-6CDC-F8CF94096235}"/>
              </a:ext>
            </a:extLst>
          </p:cNvPr>
          <p:cNvSpPr txBox="1"/>
          <p:nvPr/>
        </p:nvSpPr>
        <p:spPr>
          <a:xfrm>
            <a:off x="5709117" y="4946935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10.10.0.0/24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3255A7D-712F-71C5-34AD-E08F771673FA}"/>
              </a:ext>
            </a:extLst>
          </p:cNvPr>
          <p:cNvGrpSpPr/>
          <p:nvPr/>
        </p:nvGrpSpPr>
        <p:grpSpPr>
          <a:xfrm>
            <a:off x="8940860" y="4865599"/>
            <a:ext cx="3159370" cy="1662382"/>
            <a:chOff x="4220482" y="4783271"/>
            <a:chExt cx="3159370" cy="1703075"/>
          </a:xfrm>
          <a:solidFill>
            <a:srgbClr val="92D050"/>
          </a:solidFill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3AAF9B9-80D9-87D5-FB59-71DC7546D500}"/>
                </a:ext>
              </a:extLst>
            </p:cNvPr>
            <p:cNvSpPr/>
            <p:nvPr/>
          </p:nvSpPr>
          <p:spPr>
            <a:xfrm>
              <a:off x="4220482" y="4783271"/>
              <a:ext cx="3159370" cy="1703075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D1DBF47-6E57-0B2A-5C55-F44B8B4A24A0}"/>
                </a:ext>
              </a:extLst>
            </p:cNvPr>
            <p:cNvSpPr/>
            <p:nvPr/>
          </p:nvSpPr>
          <p:spPr>
            <a:xfrm>
              <a:off x="4361364" y="4941533"/>
              <a:ext cx="2889179" cy="1235566"/>
            </a:xfrm>
            <a:prstGeom prst="rect">
              <a:avLst/>
            </a:prstGeom>
            <a:grpFill/>
            <a:ln w="12700" cap="flat" cmpd="sng" algn="ctr">
              <a:solidFill>
                <a:srgbClr val="0070C0"/>
              </a:solidFill>
              <a:prstDash val="sysDash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3BE0A09-BF21-4994-E5F1-5AB3CBCBD554}"/>
                </a:ext>
              </a:extLst>
            </p:cNvPr>
            <p:cNvSpPr/>
            <p:nvPr/>
          </p:nvSpPr>
          <p:spPr>
            <a:xfrm>
              <a:off x="5641226" y="5108586"/>
              <a:ext cx="1270177" cy="830390"/>
            </a:xfrm>
            <a:prstGeom prst="rect">
              <a:avLst/>
            </a:prstGeom>
            <a:grpFill/>
            <a:ln w="12700" cap="flat" cmpd="sng" algn="ctr">
              <a:solidFill>
                <a:schemeClr val="accent5">
                  <a:lumMod val="50000"/>
                </a:schemeClr>
              </a:solidFill>
              <a:prstDash val="sysDot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" tIns="6350" rIns="6350" bIns="6350" numCol="1" spcCol="1270" rtlCol="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07E3152-3EBC-FCE6-AF34-A5082CAD47CD}"/>
                </a:ext>
              </a:extLst>
            </p:cNvPr>
            <p:cNvSpPr txBox="1"/>
            <p:nvPr/>
          </p:nvSpPr>
          <p:spPr>
            <a:xfrm>
              <a:off x="4361364" y="6254448"/>
              <a:ext cx="1125416" cy="23189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1000" dirty="0">
                  <a:latin typeface="Vodafone Rg" pitchFamily="34" charset="0"/>
                </a:rPr>
                <a:t>Test-env-spoke3-vnet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39D31A-3930-3758-2B3A-BDB205D81DDE}"/>
                </a:ext>
              </a:extLst>
            </p:cNvPr>
            <p:cNvSpPr txBox="1"/>
            <p:nvPr/>
          </p:nvSpPr>
          <p:spPr>
            <a:xfrm>
              <a:off x="5398151" y="5318100"/>
              <a:ext cx="724162" cy="199623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Route Table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094F5FD-A520-BC8F-3A5D-0C765703F732}"/>
                </a:ext>
              </a:extLst>
            </p:cNvPr>
            <p:cNvSpPr txBox="1"/>
            <p:nvPr/>
          </p:nvSpPr>
          <p:spPr>
            <a:xfrm>
              <a:off x="6044343" y="5655772"/>
              <a:ext cx="746158" cy="211387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noAutofit/>
            </a:bodyPr>
            <a:lstStyle/>
            <a:p>
              <a:pPr marL="0" indent="0">
                <a:buFont typeface="Arial" pitchFamily="34" charset="0"/>
                <a:buNone/>
              </a:pPr>
              <a:r>
                <a:rPr lang="en-US" sz="900" dirty="0">
                  <a:latin typeface="Vodafone Rg" pitchFamily="34" charset="0"/>
                </a:rPr>
                <a:t>Virtual Machine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ACA070F-5518-0868-DF60-94DC9D88E286}"/>
                </a:ext>
              </a:extLst>
            </p:cNvPr>
            <p:cNvGrpSpPr/>
            <p:nvPr/>
          </p:nvGrpSpPr>
          <p:grpSpPr>
            <a:xfrm>
              <a:off x="5440858" y="5011511"/>
              <a:ext cx="383029" cy="315710"/>
              <a:chOff x="7536126" y="4930269"/>
              <a:chExt cx="522782" cy="463767"/>
            </a:xfrm>
            <a:grpFill/>
          </p:grpSpPr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787C982C-8904-F98A-76AF-39177329DB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677437" y="5012565"/>
                <a:ext cx="381471" cy="381471"/>
              </a:xfrm>
              <a:prstGeom prst="rect">
                <a:avLst/>
              </a:prstGeom>
              <a:grpFill/>
            </p:spPr>
          </p:pic>
          <p:sp>
            <p:nvSpPr>
              <p:cNvPr id="80" name="Arrow: Bent 79">
                <a:extLst>
                  <a:ext uri="{FF2B5EF4-FFF2-40B4-BE49-F238E27FC236}">
                    <a16:creationId xmlns:a16="http://schemas.microsoft.com/office/drawing/2014/main" id="{4E427351-1F4D-0648-4A85-9434061D4D5D}"/>
                  </a:ext>
                </a:extLst>
              </p:cNvPr>
              <p:cNvSpPr/>
              <p:nvPr/>
            </p:nvSpPr>
            <p:spPr>
              <a:xfrm rot="10800000">
                <a:off x="7536126" y="4930269"/>
                <a:ext cx="280238" cy="280238"/>
              </a:xfrm>
              <a:prstGeom prst="bentArrow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350" tIns="6350" rIns="6350" bIns="6350" numCol="1" spcCol="1270" rtlCol="0" anchor="ctr" anchorCtr="0">
                <a:noAutofit/>
              </a:bodyPr>
              <a:lstStyle/>
              <a:p>
                <a:pPr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000" kern="1200" dirty="0">
                  <a:solidFill>
                    <a:srgbClr val="34342B"/>
                  </a:solidFill>
                  <a:latin typeface="Vodafone Rg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CE421689-CE1D-C3A1-D6C3-EA04CFF7A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4519" y="5208891"/>
              <a:ext cx="433968" cy="433967"/>
            </a:xfrm>
            <a:prstGeom prst="rect">
              <a:avLst/>
            </a:prstGeom>
            <a:grpFill/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949DB664-4083-230F-9A3C-BB6BB8861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51818" y="4985651"/>
              <a:ext cx="355396" cy="367431"/>
            </a:xfrm>
            <a:prstGeom prst="rect">
              <a:avLst/>
            </a:prstGeom>
            <a:grpFill/>
          </p:spPr>
        </p:pic>
      </p:grpSp>
      <p:pic>
        <p:nvPicPr>
          <p:cNvPr id="83" name="Picture 82">
            <a:extLst>
              <a:ext uri="{FF2B5EF4-FFF2-40B4-BE49-F238E27FC236}">
                <a16:creationId xmlns:a16="http://schemas.microsoft.com/office/drawing/2014/main" id="{3F5B865B-109F-E1D7-97D3-7CDDFE559F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49894" y="6018064"/>
            <a:ext cx="294146" cy="294146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1E8B96A0-5596-BC97-E213-23D72E16D9C8}"/>
              </a:ext>
            </a:extLst>
          </p:cNvPr>
          <p:cNvSpPr txBox="1"/>
          <p:nvPr/>
        </p:nvSpPr>
        <p:spPr>
          <a:xfrm>
            <a:off x="9090856" y="5029888"/>
            <a:ext cx="1022052" cy="349298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dirty="0">
                <a:latin typeface="Vodafone Rg" pitchFamily="34" charset="0"/>
              </a:rPr>
              <a:t>10.11.0.0/24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33605172-69D3-5C49-3A88-120C1B009CC3}"/>
              </a:ext>
            </a:extLst>
          </p:cNvPr>
          <p:cNvCxnSpPr>
            <a:cxnSpLocks/>
            <a:stCxn id="25" idx="0"/>
            <a:endCxn id="5" idx="2"/>
          </p:cNvCxnSpPr>
          <p:nvPr/>
        </p:nvCxnSpPr>
        <p:spPr>
          <a:xfrm rot="5400000" flipH="1" flipV="1">
            <a:off x="5525175" y="1766682"/>
            <a:ext cx="1011369" cy="5021810"/>
          </a:xfrm>
          <a:prstGeom prst="bentConnector3">
            <a:avLst/>
          </a:prstGeom>
          <a:ln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310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C6743-1676-3EE7-4E24-75F021018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ping 10.11.0.4   - spoke3 VM</a:t>
            </a:r>
          </a:p>
          <a:p>
            <a:r>
              <a:rPr lang="en-US" dirty="0"/>
              <a:t>telnet 10.11.0.4 22</a:t>
            </a:r>
          </a:p>
          <a:p>
            <a:endParaRPr lang="en-US" dirty="0"/>
          </a:p>
          <a:p>
            <a:r>
              <a:rPr lang="en-US" dirty="0"/>
              <a:t>Ping 10.10.0.4  - spoke2 vm</a:t>
            </a:r>
          </a:p>
          <a:p>
            <a:r>
              <a:rPr lang="en-US" dirty="0"/>
              <a:t>telnet 10.10.0.4 22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26382C-D4D5-FFE6-0F01-60DC9920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Connectivity from DC VM</a:t>
            </a:r>
          </a:p>
        </p:txBody>
      </p:sp>
    </p:spTree>
    <p:extLst>
      <p:ext uri="{BB962C8B-B14F-4D97-AF65-F5344CB8AC3E}">
        <p14:creationId xmlns:p14="http://schemas.microsoft.com/office/powerpoint/2010/main" val="23825697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Vodafone Business">
  <a:themeElements>
    <a:clrScheme name="Vodafone 2021">
      <a:dk1>
        <a:srgbClr val="000000"/>
      </a:dk1>
      <a:lt1>
        <a:srgbClr val="FFFFFF"/>
      </a:lt1>
      <a:dk2>
        <a:srgbClr val="5E2750"/>
      </a:dk2>
      <a:lt2>
        <a:srgbClr val="545759"/>
      </a:lt2>
      <a:accent1>
        <a:srgbClr val="E60000"/>
      </a:accent1>
      <a:accent2>
        <a:srgbClr val="A8B400"/>
      </a:accent2>
      <a:accent3>
        <a:srgbClr val="9C2AA0"/>
      </a:accent3>
      <a:accent4>
        <a:srgbClr val="EB9700"/>
      </a:accent4>
      <a:accent5>
        <a:srgbClr val="00B0CA"/>
      </a:accent5>
      <a:accent6>
        <a:srgbClr val="FECB00"/>
      </a:accent6>
      <a:hlink>
        <a:srgbClr val="E60000"/>
      </a:hlink>
      <a:folHlink>
        <a:srgbClr val="E60000"/>
      </a:folHlink>
    </a:clrScheme>
    <a:fontScheme name="Vodafone">
      <a:majorFont>
        <a:latin typeface="Vodafone Rg"/>
        <a:ea typeface=""/>
        <a:cs typeface=""/>
      </a:majorFont>
      <a:minorFont>
        <a:latin typeface="Vodafone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 cmpd="sng" algn="ctr">
          <a:noFill/>
          <a:prstDash val="solid"/>
        </a:ln>
        <a:effectLst/>
      </a:spPr>
      <a:bodyPr spcFirstLastPara="0" vert="horz" wrap="square" lIns="6350" tIns="6350" rIns="6350" bIns="6350" numCol="1" spcCol="1270" rtlCol="0" anchor="ctr" anchorCtr="0">
        <a:noAutofit/>
      </a:bodyPr>
      <a:lstStyle>
        <a:defPPr algn="ctr" defTabSz="444500">
          <a:lnSpc>
            <a:spcPct val="90000"/>
          </a:lnSpc>
          <a:spcBef>
            <a:spcPct val="0"/>
          </a:spcBef>
          <a:spcAft>
            <a:spcPct val="35000"/>
          </a:spcAft>
          <a:defRPr sz="1000" kern="1200" dirty="0" smtClean="0">
            <a:solidFill>
              <a:srgbClr val="34342B"/>
            </a:solidFill>
            <a:latin typeface="Vodafone Rg" pitchFamily="34" charset="0"/>
            <a:ea typeface="+mn-ea"/>
            <a:cs typeface="+mn-cs"/>
          </a:defRPr>
        </a:defPPr>
      </a:lstStyle>
      <a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/>
      <a:bodyPr wrap="square" lIns="0" tIns="0" rIns="0" bIns="0" rtlCol="0">
        <a:noAutofit/>
      </a:bodyPr>
      <a:lstStyle>
        <a:defPPr marL="0" indent="0">
          <a:buFont typeface="Arial" pitchFamily="34" charset="0"/>
          <a:buNone/>
          <a:defRPr dirty="0" smtClean="0">
            <a:latin typeface="Vodafone Rg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F_Business_PowerPoint_Template_2021_v7" id="{83FBA7CD-A618-7A44-AEA1-151270809C1F}" vid="{7F05536B-B409-574C-BED1-5E2972304945}"/>
    </a:ext>
  </a:extLst>
</a:theme>
</file>

<file path=ppt/theme/theme2.xml><?xml version="1.0" encoding="utf-8"?>
<a:theme xmlns:a="http://schemas.openxmlformats.org/drawingml/2006/main" name="Meaningful Template">
  <a:themeElements>
    <a:clrScheme name="Custom 33">
      <a:dk1>
        <a:srgbClr val="000000"/>
      </a:dk1>
      <a:lt1>
        <a:srgbClr val="FFFFFF"/>
      </a:lt1>
      <a:dk2>
        <a:srgbClr val="5E6970"/>
      </a:dk2>
      <a:lt2>
        <a:srgbClr val="FFFFFF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E76F51"/>
      </a:accent6>
      <a:hlink>
        <a:srgbClr val="2A9D8F"/>
      </a:hlink>
      <a:folHlink>
        <a:srgbClr val="000000"/>
      </a:folHlink>
    </a:clrScheme>
    <a:fontScheme name="Custom 81">
      <a:majorFont>
        <a:latin typeface="Montserrat SemiBold"/>
        <a:ea typeface=""/>
        <a:cs typeface=""/>
      </a:majorFont>
      <a:minorFont>
        <a:latin typeface="Montserra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Meaningful Template">
  <a:themeElements>
    <a:clrScheme name="Meaningful Template">
      <a:dk1>
        <a:srgbClr val="000000"/>
      </a:dk1>
      <a:lt1>
        <a:srgbClr val="FFFFFF"/>
      </a:lt1>
      <a:dk2>
        <a:srgbClr val="5E6970"/>
      </a:dk2>
      <a:lt2>
        <a:srgbClr val="FFFFFF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8D248D"/>
      </a:accent6>
      <a:hlink>
        <a:srgbClr val="2A9D8F"/>
      </a:hlink>
      <a:folHlink>
        <a:srgbClr val="000000"/>
      </a:folHlink>
    </a:clrScheme>
    <a:fontScheme name="Custom 77">
      <a:majorFont>
        <a:latin typeface="Open Sans"/>
        <a:ea typeface=""/>
        <a:cs typeface=""/>
      </a:majorFont>
      <a:minorFont>
        <a:latin typeface="Open Sans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Widescreen</PresentationFormat>
  <Paragraphs>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Vodafone Lt</vt:lpstr>
      <vt:lpstr>Vodafone Rg</vt:lpstr>
      <vt:lpstr>Webdings</vt:lpstr>
      <vt:lpstr>Vodafone Business</vt:lpstr>
      <vt:lpstr>Meaningful Template</vt:lpstr>
      <vt:lpstr>1_Meaningful Template</vt:lpstr>
      <vt:lpstr>Problem Statement</vt:lpstr>
      <vt:lpstr>Existing DCC ALZ- Network Prospective</vt:lpstr>
      <vt:lpstr>PowerPoint Presentation</vt:lpstr>
      <vt:lpstr>PowerPoint Presentation</vt:lpstr>
      <vt:lpstr>Test Connectivity from DC VM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Sonar, Vodafone</dc:creator>
  <cp:lastModifiedBy>Sushil Soni, Vodafone</cp:lastModifiedBy>
  <cp:revision>9</cp:revision>
  <dcterms:created xsi:type="dcterms:W3CDTF">2023-10-15T14:32:28Z</dcterms:created>
  <dcterms:modified xsi:type="dcterms:W3CDTF">2026-02-26T09:39:59Z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59f705-2ba0-454b-9cfc-6ce5bcaac040_Enabled">
    <vt:lpwstr>true</vt:lpwstr>
  </property>
  <property fmtid="{D5CDD505-2E9C-101B-9397-08002B2CF9AE}" pid="3" name="MSIP_Label_0359f705-2ba0-454b-9cfc-6ce5bcaac040_SetDate">
    <vt:lpwstr>2023-11-02T09:11:45Z</vt:lpwstr>
  </property>
  <property fmtid="{D5CDD505-2E9C-101B-9397-08002B2CF9AE}" pid="4" name="MSIP_Label_0359f705-2ba0-454b-9cfc-6ce5bcaac040_Method">
    <vt:lpwstr>Standard</vt:lpwstr>
  </property>
  <property fmtid="{D5CDD505-2E9C-101B-9397-08002B2CF9AE}" pid="5" name="MSIP_Label_0359f705-2ba0-454b-9cfc-6ce5bcaac040_Name">
    <vt:lpwstr>0359f705-2ba0-454b-9cfc-6ce5bcaac040</vt:lpwstr>
  </property>
  <property fmtid="{D5CDD505-2E9C-101B-9397-08002B2CF9AE}" pid="6" name="MSIP_Label_0359f705-2ba0-454b-9cfc-6ce5bcaac040_SiteId">
    <vt:lpwstr>68283f3b-8487-4c86-adb3-a5228f18b893</vt:lpwstr>
  </property>
  <property fmtid="{D5CDD505-2E9C-101B-9397-08002B2CF9AE}" pid="7" name="MSIP_Label_0359f705-2ba0-454b-9cfc-6ce5bcaac040_ActionId">
    <vt:lpwstr>460cb432-5281-4f27-8069-f0eaa4dd9678</vt:lpwstr>
  </property>
  <property fmtid="{D5CDD505-2E9C-101B-9397-08002B2CF9AE}" pid="8" name="MSIP_Label_0359f705-2ba0-454b-9cfc-6ce5bcaac040_ContentBits">
    <vt:lpwstr>2</vt:lpwstr>
  </property>
</Properties>
</file>